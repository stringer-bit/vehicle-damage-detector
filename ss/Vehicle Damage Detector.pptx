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32"/>
  </p:notesMasterIdLst>
  <p:sldIdLst>
    <p:sldId id="256" r:id="rId2"/>
    <p:sldId id="257" r:id="rId3"/>
    <p:sldId id="258" r:id="rId4"/>
    <p:sldId id="260" r:id="rId5"/>
    <p:sldId id="261" r:id="rId6"/>
    <p:sldId id="295" r:id="rId7"/>
    <p:sldId id="270" r:id="rId8"/>
    <p:sldId id="297" r:id="rId9"/>
    <p:sldId id="313" r:id="rId10"/>
    <p:sldId id="259" r:id="rId11"/>
    <p:sldId id="299" r:id="rId12"/>
    <p:sldId id="296" r:id="rId13"/>
    <p:sldId id="300" r:id="rId14"/>
    <p:sldId id="301" r:id="rId15"/>
    <p:sldId id="305" r:id="rId16"/>
    <p:sldId id="303" r:id="rId17"/>
    <p:sldId id="314" r:id="rId18"/>
    <p:sldId id="316" r:id="rId19"/>
    <p:sldId id="304" r:id="rId20"/>
    <p:sldId id="302" r:id="rId21"/>
    <p:sldId id="306" r:id="rId22"/>
    <p:sldId id="319" r:id="rId23"/>
    <p:sldId id="307" r:id="rId24"/>
    <p:sldId id="308" r:id="rId25"/>
    <p:sldId id="315" r:id="rId26"/>
    <p:sldId id="318" r:id="rId27"/>
    <p:sldId id="309" r:id="rId28"/>
    <p:sldId id="311" r:id="rId29"/>
    <p:sldId id="312" r:id="rId30"/>
    <p:sldId id="310" r:id="rId31"/>
  </p:sldIdLst>
  <p:sldSz cx="9144000" cy="5143500" type="screen16x9"/>
  <p:notesSz cx="6858000" cy="9144000"/>
  <p:embeddedFontLst>
    <p:embeddedFont>
      <p:font typeface="Lexend Tera" panose="020B0604020202020204" charset="0"/>
      <p:regular r:id="rId33"/>
      <p:bold r:id="rId34"/>
    </p:embeddedFont>
    <p:embeddedFont>
      <p:font typeface="Lexend Tera Black" panose="020B0604020202020204" charset="0"/>
      <p:bold r:id="rId35"/>
    </p:embeddedFont>
    <p:embeddedFont>
      <p:font typeface="Lexend Tera Light" panose="020B0604020202020204" charset="0"/>
      <p:regular r:id="rId36"/>
      <p:bold r:id="rId37"/>
    </p:embeddedFont>
    <p:embeddedFont>
      <p:font typeface="Lexend Tera Medium" panose="020B0604020202020204" charset="0"/>
      <p:regular r:id="rId38"/>
      <p:bold r:id="rId39"/>
    </p:embeddedFont>
    <p:embeddedFont>
      <p:font typeface="Roboto Mono" panose="00000009000000000000" pitchFamily="49" charset="0"/>
      <p:regular r:id="rId40"/>
      <p:bold r:id="rId41"/>
      <p:italic r:id="rId42"/>
      <p:boldItalic r:id="rId43"/>
    </p:embeddedFont>
    <p:embeddedFont>
      <p:font typeface="Roboto Mono Light" panose="00000009000000000000" pitchFamily="49" charset="0"/>
      <p:regular r:id="rId44"/>
      <p: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A8CD4D-8BDA-4F97-8573-452BC94C1670}">
  <a:tblStyle styleId="{B4A8CD4D-8BDA-4F97-8573-452BC94C167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EFB7615-2173-4621-8884-89AAAFD020F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103" d="100"/>
          <a:sy n="103" d="100"/>
        </p:scale>
        <p:origin x="1013"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9"/>
        <p:cNvGrpSpPr/>
        <p:nvPr/>
      </p:nvGrpSpPr>
      <p:grpSpPr>
        <a:xfrm>
          <a:off x="0" y="0"/>
          <a:ext cx="0" cy="0"/>
          <a:chOff x="0" y="0"/>
          <a:chExt cx="0" cy="0"/>
        </a:xfrm>
      </p:grpSpPr>
      <p:sp>
        <p:nvSpPr>
          <p:cNvPr id="4000" name="Google Shape;4000;g1c7ffa887a3_0_38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1" name="Google Shape;4001;g1c7ffa887a3_0_3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3"/>
        <p:cNvGrpSpPr/>
        <p:nvPr/>
      </p:nvGrpSpPr>
      <p:grpSpPr>
        <a:xfrm>
          <a:off x="0" y="0"/>
          <a:ext cx="0" cy="0"/>
          <a:chOff x="0" y="0"/>
          <a:chExt cx="0" cy="0"/>
        </a:xfrm>
      </p:grpSpPr>
      <p:sp>
        <p:nvSpPr>
          <p:cNvPr id="4014" name="Google Shape;4014;g1c7ffa887a3_0_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5" name="Google Shape;4015;g1c7ffa887a3_0_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2"/>
        <p:cNvGrpSpPr/>
        <p:nvPr/>
      </p:nvGrpSpPr>
      <p:grpSpPr>
        <a:xfrm>
          <a:off x="0" y="0"/>
          <a:ext cx="0" cy="0"/>
          <a:chOff x="0" y="0"/>
          <a:chExt cx="0" cy="0"/>
        </a:xfrm>
      </p:grpSpPr>
      <p:sp>
        <p:nvSpPr>
          <p:cNvPr id="4023" name="Google Shape;4023;g1c7ffa887a3_0_5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4" name="Google Shape;4024;g1c7ffa887a3_0_5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p:cNvGrpSpPr/>
        <p:nvPr/>
      </p:nvGrpSpPr>
      <p:grpSpPr>
        <a:xfrm>
          <a:off x="0" y="0"/>
          <a:ext cx="0" cy="0"/>
          <a:chOff x="0" y="0"/>
          <a:chExt cx="0" cy="0"/>
        </a:xfrm>
      </p:grpSpPr>
      <p:sp>
        <p:nvSpPr>
          <p:cNvPr id="4056" name="Google Shape;4056;g1c7ffa887a3_0_6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p:cNvGrpSpPr/>
        <p:nvPr/>
      </p:nvGrpSpPr>
      <p:grpSpPr>
        <a:xfrm>
          <a:off x="0" y="0"/>
          <a:ext cx="0" cy="0"/>
          <a:chOff x="0" y="0"/>
          <a:chExt cx="0" cy="0"/>
        </a:xfrm>
      </p:grpSpPr>
      <p:sp>
        <p:nvSpPr>
          <p:cNvPr id="4073" name="Google Shape;4073;g1c7ffa887a3_0_7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38883D06-6970-6BF8-08F8-1AE9336DEA19}"/>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06E805D6-0AA9-4E4B-7B21-E39F40D3D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75B4F6C3-4609-A8BB-D0C5-C42ED3D361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6309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5"/>
        <p:cNvGrpSpPr/>
        <p:nvPr/>
      </p:nvGrpSpPr>
      <p:grpSpPr>
        <a:xfrm>
          <a:off x="0" y="0"/>
          <a:ext cx="0" cy="0"/>
          <a:chOff x="0" y="0"/>
          <a:chExt cx="0" cy="0"/>
        </a:xfrm>
      </p:grpSpPr>
      <p:sp>
        <p:nvSpPr>
          <p:cNvPr id="4206" name="Google Shape;4206;g1c7ffa887a3_4_19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7" name="Google Shape;4207;g1c7ffa887a3_4_19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C21856BA-C4C4-CB06-D03D-978ABAC264F1}"/>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216A9A5D-A422-2F19-EAAE-DA1F8E499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D890C54A-08D0-2DCE-4941-66361083FF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53579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5">
          <a:extLst>
            <a:ext uri="{FF2B5EF4-FFF2-40B4-BE49-F238E27FC236}">
              <a16:creationId xmlns:a16="http://schemas.microsoft.com/office/drawing/2014/main" id="{43B9A332-B0A9-164C-D6CB-7DF61731ED3C}"/>
            </a:ext>
          </a:extLst>
        </p:cNvPr>
        <p:cNvGrpSpPr/>
        <p:nvPr/>
      </p:nvGrpSpPr>
      <p:grpSpPr>
        <a:xfrm>
          <a:off x="0" y="0"/>
          <a:ext cx="0" cy="0"/>
          <a:chOff x="0" y="0"/>
          <a:chExt cx="0" cy="0"/>
        </a:xfrm>
      </p:grpSpPr>
      <p:sp>
        <p:nvSpPr>
          <p:cNvPr id="4046" name="Google Shape;4046;g1c7ffa887a3_0_6229:notes">
            <a:extLst>
              <a:ext uri="{FF2B5EF4-FFF2-40B4-BE49-F238E27FC236}">
                <a16:creationId xmlns:a16="http://schemas.microsoft.com/office/drawing/2014/main" id="{6C5938D6-FE77-6858-52E7-DFD211A332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7" name="Google Shape;4047;g1c7ffa887a3_0_6229:notes">
            <a:extLst>
              <a:ext uri="{FF2B5EF4-FFF2-40B4-BE49-F238E27FC236}">
                <a16:creationId xmlns:a16="http://schemas.microsoft.com/office/drawing/2014/main" id="{656A6B0C-AE88-FF45-E546-C64733DB25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9113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5"/>
        <p:cNvGrpSpPr/>
        <p:nvPr/>
      </p:nvGrpSpPr>
      <p:grpSpPr>
        <a:xfrm>
          <a:off x="0" y="0"/>
          <a:ext cx="0" cy="0"/>
          <a:chOff x="0" y="0"/>
          <a:chExt cx="0" cy="0"/>
        </a:xfrm>
      </p:grpSpPr>
      <p:sp>
        <p:nvSpPr>
          <p:cNvPr id="4046" name="Google Shape;4046;g1c7ffa887a3_0_6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7" name="Google Shape;4047;g1c7ffa887a3_0_6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E1F491D8-119D-78F0-20F0-F292589478E7}"/>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2D5343ED-E9EB-13BC-9441-46EFF61A46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C395F204-C87C-58EC-4423-725C76B6A6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0781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4B7A813B-1A1F-FF60-F1A6-A8E19D7E9E3D}"/>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22EF542D-24A8-24E0-A949-260C35DB44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48F5399A-299F-AE8D-0E13-F8FF8937A3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1961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B14EB8CD-CDFB-4483-21C3-7F7778989653}"/>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4A3C3B9E-48F8-5F13-1587-2510B1C282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B6CABA11-E27A-C16A-D324-D747EADBA3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9108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69444232-FF2C-486E-49E5-E78D7B582DA1}"/>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44C437C5-FB6D-6FFD-34CF-F0A3BB75CB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0075FA7B-4B97-21C3-E3C5-B5BF198BAF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609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C12D52D0-F831-10A7-0508-A5D6EABC5600}"/>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ED58C1F3-168C-5F24-3998-37FD6B06D8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4254DA58-27B7-DBBA-AA9E-EA2C3653F6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39377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ABAF0318-C77C-48F4-5AFE-BF744A11A5CE}"/>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32205470-3334-3955-0627-207253E2C3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983E2B7E-9FA6-A9C3-12FA-BE59BE4802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8087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EBB9A62E-7AAD-CA03-B8D1-C1B57620E605}"/>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72A2B9CE-F734-D692-EF76-54F3EFD19A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D782A1EA-1350-DF5F-03B3-6433C5793F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761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172F89DD-D55D-A9A1-49FE-83BAF8F91C20}"/>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AF52390C-C8DA-61DB-1F1F-5958D7F7AF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67914E9C-6A1B-ED3B-F4A3-A1AF15E17D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650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E8BE60D0-41FF-2EB6-FC4C-801F58A6999E}"/>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DA08BF96-A6E6-5D3E-EC6C-D5DF6C715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2D78FD00-4FE1-7AD8-66FF-593BC4BBF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1610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EECE4F9C-31BE-AB13-7EA9-1203BD4606D3}"/>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0D77C1B4-3B13-E789-6E25-D6F956061F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EEF7C04A-89F5-897D-0D59-3F2D128FB3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4618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D5CC8A0F-B829-4BAF-FACA-EC4F2DF4BC71}"/>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635D070D-979B-FE76-EFB3-9DDFD7E293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83433A61-4AB6-5E44-62D0-09F294B06F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526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BC5ED293-2912-E442-65F3-BA6A28E90746}"/>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BC6FC9D2-3C9E-9A42-415A-AD9F7E6EEB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EDCC484A-650A-17E7-146A-6DA352FB9D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6271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853E7E04-2DBB-BB46-E150-341FEC3F2035}"/>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2446E851-93CE-661D-0F76-CB4049924A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890D923F-5EB0-DC7A-EA9C-DA093F5319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889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4D7D661E-C29F-BC85-280E-62E101B14641}"/>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7C62586E-2628-75DF-F184-48EB0590D6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EE22FDAF-B54B-F899-E6C7-52CE31FA89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206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927736DC-BCC3-DCCD-8AD7-B48D35C20144}"/>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2207CE6D-2189-694E-C484-92BDB52835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933C4194-BA58-8AEF-8FDD-A4F6B21F1E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78633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6636370F-37E6-05B6-2879-34ED5BB43A4D}"/>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AFECC6F9-D668-C6FA-356A-CF9C73D550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53EBCF21-AA6A-8A25-D0B3-019AA2D7E0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7927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7B71EAB3-F15F-43F0-D0D6-0A3EAC5C9B30}"/>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C8BD4DFE-FE17-55DF-26FA-0292ECAB96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CB3573C6-43B0-F18F-9104-F95E425C55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857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a:extLst>
            <a:ext uri="{FF2B5EF4-FFF2-40B4-BE49-F238E27FC236}">
              <a16:creationId xmlns:a16="http://schemas.microsoft.com/office/drawing/2014/main" id="{3BA5BB14-F788-BB1B-EAC4-3A04F5E9722F}"/>
            </a:ext>
          </a:extLst>
        </p:cNvPr>
        <p:cNvGrpSpPr/>
        <p:nvPr/>
      </p:nvGrpSpPr>
      <p:grpSpPr>
        <a:xfrm>
          <a:off x="0" y="0"/>
          <a:ext cx="0" cy="0"/>
          <a:chOff x="0" y="0"/>
          <a:chExt cx="0" cy="0"/>
        </a:xfrm>
      </p:grpSpPr>
      <p:sp>
        <p:nvSpPr>
          <p:cNvPr id="4056" name="Google Shape;4056;g1c7ffa887a3_0_6722:notes">
            <a:extLst>
              <a:ext uri="{FF2B5EF4-FFF2-40B4-BE49-F238E27FC236}">
                <a16:creationId xmlns:a16="http://schemas.microsoft.com/office/drawing/2014/main" id="{2524F976-05D2-4C37-1A77-5B7909E7D9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1c7ffa887a3_0_6722:notes">
            <a:extLst>
              <a:ext uri="{FF2B5EF4-FFF2-40B4-BE49-F238E27FC236}">
                <a16:creationId xmlns:a16="http://schemas.microsoft.com/office/drawing/2014/main" id="{A8BD53A0-5652-9603-98C1-7B29F2A203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2490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C09F873F-E6BB-7262-4B1A-C4FA07F2054C}"/>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7EE08149-77D9-0A71-EF6D-2D329BDF25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FC53F17F-8A69-19D3-54B6-D7AD1793A2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794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2">
          <a:extLst>
            <a:ext uri="{FF2B5EF4-FFF2-40B4-BE49-F238E27FC236}">
              <a16:creationId xmlns:a16="http://schemas.microsoft.com/office/drawing/2014/main" id="{49E95584-2D93-ACF1-31DA-B440A3F6882A}"/>
            </a:ext>
          </a:extLst>
        </p:cNvPr>
        <p:cNvGrpSpPr/>
        <p:nvPr/>
      </p:nvGrpSpPr>
      <p:grpSpPr>
        <a:xfrm>
          <a:off x="0" y="0"/>
          <a:ext cx="0" cy="0"/>
          <a:chOff x="0" y="0"/>
          <a:chExt cx="0" cy="0"/>
        </a:xfrm>
      </p:grpSpPr>
      <p:sp>
        <p:nvSpPr>
          <p:cNvPr id="4073" name="Google Shape;4073;g1c7ffa887a3_0_7168:notes">
            <a:extLst>
              <a:ext uri="{FF2B5EF4-FFF2-40B4-BE49-F238E27FC236}">
                <a16:creationId xmlns:a16="http://schemas.microsoft.com/office/drawing/2014/main" id="{F244F4FF-83F0-991B-8124-CA121CB97A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4" name="Google Shape;4074;g1c7ffa887a3_0_7168:notes">
            <a:extLst>
              <a:ext uri="{FF2B5EF4-FFF2-40B4-BE49-F238E27FC236}">
                <a16:creationId xmlns:a16="http://schemas.microsoft.com/office/drawing/2014/main" id="{88673D61-745A-4A62-DBD6-612EAD539E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0039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01200" y="391025"/>
            <a:ext cx="8141100" cy="4361400"/>
            <a:chOff x="501200" y="391025"/>
            <a:chExt cx="8141100" cy="4361400"/>
          </a:xfrm>
        </p:grpSpPr>
        <p:sp>
          <p:nvSpPr>
            <p:cNvPr id="10" name="Google Shape;10;p2"/>
            <p:cNvSpPr/>
            <p:nvPr/>
          </p:nvSpPr>
          <p:spPr>
            <a:xfrm>
              <a:off x="501200" y="391025"/>
              <a:ext cx="8141100" cy="43614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537800" y="427603"/>
              <a:ext cx="8067900" cy="3752169"/>
              <a:chOff x="537800" y="427675"/>
              <a:chExt cx="8067900" cy="3752169"/>
            </a:xfrm>
          </p:grpSpPr>
          <p:cxnSp>
            <p:nvCxnSpPr>
              <p:cNvPr id="12" name="Google Shape;12;p2"/>
              <p:cNvCxnSpPr/>
              <p:nvPr/>
            </p:nvCxnSpPr>
            <p:spPr>
              <a:xfrm>
                <a:off x="537800" y="3107845"/>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 name="Google Shape;13;p2"/>
              <p:cNvCxnSpPr/>
              <p:nvPr/>
            </p:nvCxnSpPr>
            <p:spPr>
              <a:xfrm>
                <a:off x="537800" y="2035785"/>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 name="Google Shape;14;p2"/>
              <p:cNvCxnSpPr/>
              <p:nvPr/>
            </p:nvCxnSpPr>
            <p:spPr>
              <a:xfrm>
                <a:off x="537800" y="96372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5" name="Google Shape;15;p2"/>
              <p:cNvCxnSpPr/>
              <p:nvPr/>
            </p:nvCxnSpPr>
            <p:spPr>
              <a:xfrm>
                <a:off x="537800" y="375108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 name="Google Shape;16;p2"/>
              <p:cNvCxnSpPr/>
              <p:nvPr/>
            </p:nvCxnSpPr>
            <p:spPr>
              <a:xfrm>
                <a:off x="537800" y="385828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7" name="Google Shape;17;p2"/>
              <p:cNvCxnSpPr/>
              <p:nvPr/>
            </p:nvCxnSpPr>
            <p:spPr>
              <a:xfrm>
                <a:off x="537800" y="396549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8" name="Google Shape;18;p2"/>
              <p:cNvCxnSpPr/>
              <p:nvPr/>
            </p:nvCxnSpPr>
            <p:spPr>
              <a:xfrm>
                <a:off x="537800" y="407270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9;p2"/>
              <p:cNvCxnSpPr/>
              <p:nvPr/>
            </p:nvCxnSpPr>
            <p:spPr>
              <a:xfrm>
                <a:off x="537800" y="3643876"/>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20" name="Google Shape;20;p2"/>
              <p:cNvCxnSpPr/>
              <p:nvPr/>
            </p:nvCxnSpPr>
            <p:spPr>
              <a:xfrm>
                <a:off x="537800" y="321505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21;p2"/>
              <p:cNvCxnSpPr/>
              <p:nvPr/>
            </p:nvCxnSpPr>
            <p:spPr>
              <a:xfrm>
                <a:off x="537800" y="332225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22;p2"/>
              <p:cNvCxnSpPr/>
              <p:nvPr/>
            </p:nvCxnSpPr>
            <p:spPr>
              <a:xfrm>
                <a:off x="537800" y="342946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23;p2"/>
              <p:cNvCxnSpPr/>
              <p:nvPr/>
            </p:nvCxnSpPr>
            <p:spPr>
              <a:xfrm>
                <a:off x="537800" y="353667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24;p2"/>
              <p:cNvCxnSpPr/>
              <p:nvPr/>
            </p:nvCxnSpPr>
            <p:spPr>
              <a:xfrm>
                <a:off x="537800" y="267902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25;p2"/>
              <p:cNvCxnSpPr/>
              <p:nvPr/>
            </p:nvCxnSpPr>
            <p:spPr>
              <a:xfrm>
                <a:off x="537800" y="278622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26;p2"/>
              <p:cNvCxnSpPr/>
              <p:nvPr/>
            </p:nvCxnSpPr>
            <p:spPr>
              <a:xfrm>
                <a:off x="537800" y="289343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27;p2"/>
              <p:cNvCxnSpPr/>
              <p:nvPr/>
            </p:nvCxnSpPr>
            <p:spPr>
              <a:xfrm>
                <a:off x="537800" y="300063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28;p2"/>
              <p:cNvCxnSpPr/>
              <p:nvPr/>
            </p:nvCxnSpPr>
            <p:spPr>
              <a:xfrm>
                <a:off x="537800" y="2571815"/>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29" name="Google Shape;29;p2"/>
              <p:cNvCxnSpPr/>
              <p:nvPr/>
            </p:nvCxnSpPr>
            <p:spPr>
              <a:xfrm>
                <a:off x="537800" y="214299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30;p2"/>
              <p:cNvCxnSpPr/>
              <p:nvPr/>
            </p:nvCxnSpPr>
            <p:spPr>
              <a:xfrm>
                <a:off x="537800" y="225019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31;p2"/>
              <p:cNvCxnSpPr/>
              <p:nvPr/>
            </p:nvCxnSpPr>
            <p:spPr>
              <a:xfrm>
                <a:off x="537800" y="235740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32;p2"/>
              <p:cNvCxnSpPr/>
              <p:nvPr/>
            </p:nvCxnSpPr>
            <p:spPr>
              <a:xfrm>
                <a:off x="537800" y="246460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p2"/>
              <p:cNvCxnSpPr/>
              <p:nvPr/>
            </p:nvCxnSpPr>
            <p:spPr>
              <a:xfrm>
                <a:off x="537800" y="160696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34;p2"/>
              <p:cNvCxnSpPr/>
              <p:nvPr/>
            </p:nvCxnSpPr>
            <p:spPr>
              <a:xfrm>
                <a:off x="537800" y="171416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5;p2"/>
              <p:cNvCxnSpPr/>
              <p:nvPr/>
            </p:nvCxnSpPr>
            <p:spPr>
              <a:xfrm>
                <a:off x="537800" y="182137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36;p2"/>
              <p:cNvCxnSpPr/>
              <p:nvPr/>
            </p:nvCxnSpPr>
            <p:spPr>
              <a:xfrm>
                <a:off x="537800" y="19285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37;p2"/>
              <p:cNvCxnSpPr/>
              <p:nvPr/>
            </p:nvCxnSpPr>
            <p:spPr>
              <a:xfrm>
                <a:off x="537800" y="1499755"/>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8" name="Google Shape;38;p2"/>
              <p:cNvCxnSpPr/>
              <p:nvPr/>
            </p:nvCxnSpPr>
            <p:spPr>
              <a:xfrm>
                <a:off x="537800" y="107093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39;p2"/>
              <p:cNvCxnSpPr/>
              <p:nvPr/>
            </p:nvCxnSpPr>
            <p:spPr>
              <a:xfrm>
                <a:off x="537800" y="117813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40;p2"/>
              <p:cNvCxnSpPr/>
              <p:nvPr/>
            </p:nvCxnSpPr>
            <p:spPr>
              <a:xfrm>
                <a:off x="537800" y="128534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41;p2"/>
              <p:cNvCxnSpPr/>
              <p:nvPr/>
            </p:nvCxnSpPr>
            <p:spPr>
              <a:xfrm>
                <a:off x="537800" y="139254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42;p2"/>
              <p:cNvCxnSpPr/>
              <p:nvPr/>
            </p:nvCxnSpPr>
            <p:spPr>
              <a:xfrm>
                <a:off x="537800" y="53490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43;p2"/>
              <p:cNvCxnSpPr/>
              <p:nvPr/>
            </p:nvCxnSpPr>
            <p:spPr>
              <a:xfrm>
                <a:off x="537800" y="64210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44;p2"/>
              <p:cNvCxnSpPr/>
              <p:nvPr/>
            </p:nvCxnSpPr>
            <p:spPr>
              <a:xfrm>
                <a:off x="537800" y="74931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45;p2"/>
              <p:cNvCxnSpPr/>
              <p:nvPr/>
            </p:nvCxnSpPr>
            <p:spPr>
              <a:xfrm>
                <a:off x="537800" y="8565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46;p2"/>
              <p:cNvCxnSpPr/>
              <p:nvPr/>
            </p:nvCxnSpPr>
            <p:spPr>
              <a:xfrm>
                <a:off x="645964"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47;p2"/>
              <p:cNvCxnSpPr/>
              <p:nvPr/>
            </p:nvCxnSpPr>
            <p:spPr>
              <a:xfrm>
                <a:off x="753527"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48;p2"/>
              <p:cNvCxnSpPr/>
              <p:nvPr/>
            </p:nvCxnSpPr>
            <p:spPr>
              <a:xfrm>
                <a:off x="861091"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49;p2"/>
              <p:cNvCxnSpPr/>
              <p:nvPr/>
            </p:nvCxnSpPr>
            <p:spPr>
              <a:xfrm>
                <a:off x="968654"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50;p2"/>
              <p:cNvCxnSpPr/>
              <p:nvPr/>
            </p:nvCxnSpPr>
            <p:spPr>
              <a:xfrm>
                <a:off x="1076218"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51" name="Google Shape;51;p2"/>
              <p:cNvCxnSpPr/>
              <p:nvPr/>
            </p:nvCxnSpPr>
            <p:spPr>
              <a:xfrm>
                <a:off x="1183781"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52;p2"/>
              <p:cNvCxnSpPr/>
              <p:nvPr/>
            </p:nvCxnSpPr>
            <p:spPr>
              <a:xfrm>
                <a:off x="1291345"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3" name="Google Shape;53;p2"/>
              <p:cNvCxnSpPr/>
              <p:nvPr/>
            </p:nvCxnSpPr>
            <p:spPr>
              <a:xfrm>
                <a:off x="1398909"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54;p2"/>
              <p:cNvCxnSpPr/>
              <p:nvPr/>
            </p:nvCxnSpPr>
            <p:spPr>
              <a:xfrm>
                <a:off x="1506472"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55;p2"/>
              <p:cNvCxnSpPr/>
              <p:nvPr/>
            </p:nvCxnSpPr>
            <p:spPr>
              <a:xfrm>
                <a:off x="1614036"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56" name="Google Shape;56;p2"/>
              <p:cNvCxnSpPr/>
              <p:nvPr/>
            </p:nvCxnSpPr>
            <p:spPr>
              <a:xfrm>
                <a:off x="1721599"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57;p2"/>
              <p:cNvCxnSpPr/>
              <p:nvPr/>
            </p:nvCxnSpPr>
            <p:spPr>
              <a:xfrm>
                <a:off x="1829163"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58;p2"/>
              <p:cNvCxnSpPr/>
              <p:nvPr/>
            </p:nvCxnSpPr>
            <p:spPr>
              <a:xfrm>
                <a:off x="1936726"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59;p2"/>
              <p:cNvCxnSpPr/>
              <p:nvPr/>
            </p:nvCxnSpPr>
            <p:spPr>
              <a:xfrm>
                <a:off x="2044290"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60;p2"/>
              <p:cNvCxnSpPr/>
              <p:nvPr/>
            </p:nvCxnSpPr>
            <p:spPr>
              <a:xfrm>
                <a:off x="2151853"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61" name="Google Shape;61;p2"/>
              <p:cNvCxnSpPr/>
              <p:nvPr/>
            </p:nvCxnSpPr>
            <p:spPr>
              <a:xfrm>
                <a:off x="2259417"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62;p2"/>
              <p:cNvCxnSpPr/>
              <p:nvPr/>
            </p:nvCxnSpPr>
            <p:spPr>
              <a:xfrm>
                <a:off x="2366980"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63;p2"/>
              <p:cNvCxnSpPr/>
              <p:nvPr/>
            </p:nvCxnSpPr>
            <p:spPr>
              <a:xfrm>
                <a:off x="2474544"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64;p2"/>
              <p:cNvCxnSpPr/>
              <p:nvPr/>
            </p:nvCxnSpPr>
            <p:spPr>
              <a:xfrm>
                <a:off x="2582107"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65;p2"/>
              <p:cNvCxnSpPr/>
              <p:nvPr/>
            </p:nvCxnSpPr>
            <p:spPr>
              <a:xfrm>
                <a:off x="2689671"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66" name="Google Shape;66;p2"/>
              <p:cNvCxnSpPr/>
              <p:nvPr/>
            </p:nvCxnSpPr>
            <p:spPr>
              <a:xfrm>
                <a:off x="2797234"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67;p2"/>
              <p:cNvCxnSpPr/>
              <p:nvPr/>
            </p:nvCxnSpPr>
            <p:spPr>
              <a:xfrm>
                <a:off x="2904798"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8" name="Google Shape;68;p2"/>
              <p:cNvCxnSpPr/>
              <p:nvPr/>
            </p:nvCxnSpPr>
            <p:spPr>
              <a:xfrm>
                <a:off x="3012361"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69" name="Google Shape;69;p2"/>
              <p:cNvCxnSpPr/>
              <p:nvPr/>
            </p:nvCxnSpPr>
            <p:spPr>
              <a:xfrm>
                <a:off x="3119925"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70;p2"/>
              <p:cNvCxnSpPr/>
              <p:nvPr/>
            </p:nvCxnSpPr>
            <p:spPr>
              <a:xfrm>
                <a:off x="3227489"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71" name="Google Shape;71;p2"/>
              <p:cNvCxnSpPr/>
              <p:nvPr/>
            </p:nvCxnSpPr>
            <p:spPr>
              <a:xfrm>
                <a:off x="3335052"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2" name="Google Shape;72;p2"/>
              <p:cNvCxnSpPr/>
              <p:nvPr/>
            </p:nvCxnSpPr>
            <p:spPr>
              <a:xfrm>
                <a:off x="3442616"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3" name="Google Shape;73;p2"/>
              <p:cNvCxnSpPr/>
              <p:nvPr/>
            </p:nvCxnSpPr>
            <p:spPr>
              <a:xfrm>
                <a:off x="3550179"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4" name="Google Shape;74;p2"/>
              <p:cNvCxnSpPr/>
              <p:nvPr/>
            </p:nvCxnSpPr>
            <p:spPr>
              <a:xfrm>
                <a:off x="3657743"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75;p2"/>
              <p:cNvCxnSpPr/>
              <p:nvPr/>
            </p:nvCxnSpPr>
            <p:spPr>
              <a:xfrm>
                <a:off x="3765306"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76" name="Google Shape;76;p2"/>
              <p:cNvCxnSpPr/>
              <p:nvPr/>
            </p:nvCxnSpPr>
            <p:spPr>
              <a:xfrm>
                <a:off x="3872870"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7" name="Google Shape;77;p2"/>
              <p:cNvCxnSpPr/>
              <p:nvPr/>
            </p:nvCxnSpPr>
            <p:spPr>
              <a:xfrm>
                <a:off x="3980433"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8" name="Google Shape;78;p2"/>
              <p:cNvCxnSpPr/>
              <p:nvPr/>
            </p:nvCxnSpPr>
            <p:spPr>
              <a:xfrm>
                <a:off x="4087997"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79" name="Google Shape;79;p2"/>
              <p:cNvCxnSpPr/>
              <p:nvPr/>
            </p:nvCxnSpPr>
            <p:spPr>
              <a:xfrm>
                <a:off x="4195560"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0" name="Google Shape;80;p2"/>
              <p:cNvCxnSpPr/>
              <p:nvPr/>
            </p:nvCxnSpPr>
            <p:spPr>
              <a:xfrm>
                <a:off x="4303124"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81" name="Google Shape;81;p2"/>
              <p:cNvCxnSpPr/>
              <p:nvPr/>
            </p:nvCxnSpPr>
            <p:spPr>
              <a:xfrm>
                <a:off x="4410687"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2" name="Google Shape;82;p2"/>
              <p:cNvCxnSpPr/>
              <p:nvPr/>
            </p:nvCxnSpPr>
            <p:spPr>
              <a:xfrm>
                <a:off x="4518251"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3" name="Google Shape;83;p2"/>
              <p:cNvCxnSpPr/>
              <p:nvPr/>
            </p:nvCxnSpPr>
            <p:spPr>
              <a:xfrm>
                <a:off x="4625814"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4" name="Google Shape;84;p2"/>
              <p:cNvCxnSpPr/>
              <p:nvPr/>
            </p:nvCxnSpPr>
            <p:spPr>
              <a:xfrm>
                <a:off x="4733378"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5" name="Google Shape;85;p2"/>
              <p:cNvCxnSpPr/>
              <p:nvPr/>
            </p:nvCxnSpPr>
            <p:spPr>
              <a:xfrm>
                <a:off x="4840941"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86" name="Google Shape;86;p2"/>
              <p:cNvCxnSpPr/>
              <p:nvPr/>
            </p:nvCxnSpPr>
            <p:spPr>
              <a:xfrm>
                <a:off x="4948505"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7" name="Google Shape;87;p2"/>
              <p:cNvCxnSpPr/>
              <p:nvPr/>
            </p:nvCxnSpPr>
            <p:spPr>
              <a:xfrm>
                <a:off x="5056069"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8" name="Google Shape;88;p2"/>
              <p:cNvCxnSpPr/>
              <p:nvPr/>
            </p:nvCxnSpPr>
            <p:spPr>
              <a:xfrm>
                <a:off x="5163632"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89" name="Google Shape;89;p2"/>
              <p:cNvCxnSpPr/>
              <p:nvPr/>
            </p:nvCxnSpPr>
            <p:spPr>
              <a:xfrm>
                <a:off x="5271196"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0" name="Google Shape;90;p2"/>
              <p:cNvCxnSpPr/>
              <p:nvPr/>
            </p:nvCxnSpPr>
            <p:spPr>
              <a:xfrm>
                <a:off x="5378759"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91" name="Google Shape;91;p2"/>
              <p:cNvCxnSpPr/>
              <p:nvPr/>
            </p:nvCxnSpPr>
            <p:spPr>
              <a:xfrm>
                <a:off x="6024140"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2" name="Google Shape;92;p2"/>
              <p:cNvCxnSpPr/>
              <p:nvPr/>
            </p:nvCxnSpPr>
            <p:spPr>
              <a:xfrm>
                <a:off x="6131704"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3" name="Google Shape;93;p2"/>
              <p:cNvCxnSpPr/>
              <p:nvPr/>
            </p:nvCxnSpPr>
            <p:spPr>
              <a:xfrm>
                <a:off x="6239267"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4" name="Google Shape;94;p2"/>
              <p:cNvCxnSpPr/>
              <p:nvPr/>
            </p:nvCxnSpPr>
            <p:spPr>
              <a:xfrm>
                <a:off x="6346831"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5" name="Google Shape;95;p2"/>
              <p:cNvCxnSpPr/>
              <p:nvPr/>
            </p:nvCxnSpPr>
            <p:spPr>
              <a:xfrm>
                <a:off x="6454394"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96" name="Google Shape;96;p2"/>
              <p:cNvCxnSpPr/>
              <p:nvPr/>
            </p:nvCxnSpPr>
            <p:spPr>
              <a:xfrm>
                <a:off x="6561958"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7" name="Google Shape;97;p2"/>
              <p:cNvCxnSpPr/>
              <p:nvPr/>
            </p:nvCxnSpPr>
            <p:spPr>
              <a:xfrm>
                <a:off x="6669521"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8" name="Google Shape;98;p2"/>
              <p:cNvCxnSpPr/>
              <p:nvPr/>
            </p:nvCxnSpPr>
            <p:spPr>
              <a:xfrm>
                <a:off x="6777085"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99" name="Google Shape;99;p2"/>
              <p:cNvCxnSpPr/>
              <p:nvPr/>
            </p:nvCxnSpPr>
            <p:spPr>
              <a:xfrm>
                <a:off x="6884649"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0" name="Google Shape;100;p2"/>
              <p:cNvCxnSpPr/>
              <p:nvPr/>
            </p:nvCxnSpPr>
            <p:spPr>
              <a:xfrm>
                <a:off x="5486323"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1" name="Google Shape;101;p2"/>
              <p:cNvCxnSpPr/>
              <p:nvPr/>
            </p:nvCxnSpPr>
            <p:spPr>
              <a:xfrm>
                <a:off x="5593886"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2" name="Google Shape;102;p2"/>
              <p:cNvCxnSpPr/>
              <p:nvPr/>
            </p:nvCxnSpPr>
            <p:spPr>
              <a:xfrm>
                <a:off x="5701450"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3" name="Google Shape;103;p2"/>
              <p:cNvCxnSpPr/>
              <p:nvPr/>
            </p:nvCxnSpPr>
            <p:spPr>
              <a:xfrm>
                <a:off x="5809013"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4" name="Google Shape;104;p2"/>
              <p:cNvCxnSpPr/>
              <p:nvPr/>
            </p:nvCxnSpPr>
            <p:spPr>
              <a:xfrm>
                <a:off x="5916577"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105" name="Google Shape;105;p2"/>
              <p:cNvCxnSpPr/>
              <p:nvPr/>
            </p:nvCxnSpPr>
            <p:spPr>
              <a:xfrm>
                <a:off x="7099776"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2"/>
              <p:cNvCxnSpPr/>
              <p:nvPr/>
            </p:nvCxnSpPr>
            <p:spPr>
              <a:xfrm>
                <a:off x="6992212" y="435028"/>
                <a:ext cx="0" cy="3744600"/>
              </a:xfrm>
              <a:prstGeom prst="straightConnector1">
                <a:avLst/>
              </a:prstGeom>
              <a:noFill/>
              <a:ln w="19050" cap="flat" cmpd="sng">
                <a:solidFill>
                  <a:schemeClr val="dk2"/>
                </a:solidFill>
                <a:prstDash val="solid"/>
                <a:round/>
                <a:headEnd type="none" w="med" len="med"/>
                <a:tailEnd type="none" w="med" len="med"/>
              </a:ln>
            </p:spPr>
          </p:cxnSp>
          <p:cxnSp>
            <p:nvCxnSpPr>
              <p:cNvPr id="107" name="Google Shape;107;p2"/>
              <p:cNvCxnSpPr/>
              <p:nvPr/>
            </p:nvCxnSpPr>
            <p:spPr>
              <a:xfrm>
                <a:off x="7207339"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2"/>
              <p:cNvCxnSpPr/>
              <p:nvPr/>
            </p:nvCxnSpPr>
            <p:spPr>
              <a:xfrm>
                <a:off x="7314903"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09" name="Google Shape;109;p2"/>
              <p:cNvCxnSpPr/>
              <p:nvPr/>
            </p:nvCxnSpPr>
            <p:spPr>
              <a:xfrm>
                <a:off x="7422466" y="435028"/>
                <a:ext cx="0" cy="3744600"/>
              </a:xfrm>
              <a:prstGeom prst="straightConnector1">
                <a:avLst/>
              </a:prstGeom>
              <a:noFill/>
              <a:ln w="9525" cap="flat" cmpd="sng">
                <a:solidFill>
                  <a:schemeClr val="dk2"/>
                </a:solidFill>
                <a:prstDash val="solid"/>
                <a:round/>
                <a:headEnd type="none" w="med" len="med"/>
                <a:tailEnd type="none" w="med" len="med"/>
              </a:ln>
            </p:spPr>
          </p:cxnSp>
          <p:cxnSp>
            <p:nvCxnSpPr>
              <p:cNvPr id="110" name="Google Shape;110;p2"/>
              <p:cNvCxnSpPr/>
              <p:nvPr/>
            </p:nvCxnSpPr>
            <p:spPr>
              <a:xfrm>
                <a:off x="7637593"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1" name="Google Shape;111;p2"/>
              <p:cNvCxnSpPr/>
              <p:nvPr/>
            </p:nvCxnSpPr>
            <p:spPr>
              <a:xfrm>
                <a:off x="7745157"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2" name="Google Shape;112;p2"/>
              <p:cNvCxnSpPr/>
              <p:nvPr/>
            </p:nvCxnSpPr>
            <p:spPr>
              <a:xfrm>
                <a:off x="7852720"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3" name="Google Shape;113;p2"/>
              <p:cNvCxnSpPr/>
              <p:nvPr/>
            </p:nvCxnSpPr>
            <p:spPr>
              <a:xfrm>
                <a:off x="7960284"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4" name="Google Shape;114;p2"/>
              <p:cNvCxnSpPr/>
              <p:nvPr/>
            </p:nvCxnSpPr>
            <p:spPr>
              <a:xfrm>
                <a:off x="8067847" y="427694"/>
                <a:ext cx="0" cy="3751500"/>
              </a:xfrm>
              <a:prstGeom prst="straightConnector1">
                <a:avLst/>
              </a:prstGeom>
              <a:noFill/>
              <a:ln w="19050" cap="flat" cmpd="sng">
                <a:solidFill>
                  <a:schemeClr val="dk2"/>
                </a:solidFill>
                <a:prstDash val="solid"/>
                <a:round/>
                <a:headEnd type="none" w="med" len="med"/>
                <a:tailEnd type="none" w="med" len="med"/>
              </a:ln>
            </p:spPr>
          </p:cxnSp>
          <p:cxnSp>
            <p:nvCxnSpPr>
              <p:cNvPr id="115" name="Google Shape;115;p2"/>
              <p:cNvCxnSpPr/>
              <p:nvPr/>
            </p:nvCxnSpPr>
            <p:spPr>
              <a:xfrm>
                <a:off x="8175411"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6" name="Google Shape;116;p2"/>
              <p:cNvCxnSpPr/>
              <p:nvPr/>
            </p:nvCxnSpPr>
            <p:spPr>
              <a:xfrm>
                <a:off x="8282974"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7" name="Google Shape;117;p2"/>
              <p:cNvCxnSpPr/>
              <p:nvPr/>
            </p:nvCxnSpPr>
            <p:spPr>
              <a:xfrm>
                <a:off x="8390538"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8" name="Google Shape;118;p2"/>
              <p:cNvCxnSpPr/>
              <p:nvPr/>
            </p:nvCxnSpPr>
            <p:spPr>
              <a:xfrm>
                <a:off x="8498101" y="427694"/>
                <a:ext cx="0" cy="3751500"/>
              </a:xfrm>
              <a:prstGeom prst="straightConnector1">
                <a:avLst/>
              </a:prstGeom>
              <a:noFill/>
              <a:ln w="9525" cap="flat" cmpd="sng">
                <a:solidFill>
                  <a:schemeClr val="dk2"/>
                </a:solidFill>
                <a:prstDash val="solid"/>
                <a:round/>
                <a:headEnd type="none" w="med" len="med"/>
                <a:tailEnd type="none" w="med" len="med"/>
              </a:ln>
            </p:spPr>
          </p:cxnSp>
          <p:cxnSp>
            <p:nvCxnSpPr>
              <p:cNvPr id="119" name="Google Shape;119;p2"/>
              <p:cNvCxnSpPr/>
              <p:nvPr/>
            </p:nvCxnSpPr>
            <p:spPr>
              <a:xfrm>
                <a:off x="7530030" y="434044"/>
                <a:ext cx="0" cy="3745800"/>
              </a:xfrm>
              <a:prstGeom prst="straightConnector1">
                <a:avLst/>
              </a:prstGeom>
              <a:noFill/>
              <a:ln w="19050" cap="flat" cmpd="sng">
                <a:solidFill>
                  <a:schemeClr val="dk2"/>
                </a:solidFill>
                <a:prstDash val="solid"/>
                <a:round/>
                <a:headEnd type="none" w="med" len="med"/>
                <a:tailEnd type="none" w="med" len="med"/>
              </a:ln>
            </p:spPr>
          </p:cxnSp>
          <p:sp>
            <p:nvSpPr>
              <p:cNvPr id="120" name="Google Shape;120;p2"/>
              <p:cNvSpPr/>
              <p:nvPr/>
            </p:nvSpPr>
            <p:spPr>
              <a:xfrm>
                <a:off x="538400" y="427675"/>
                <a:ext cx="8067300" cy="37521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2"/>
            <p:cNvSpPr/>
            <p:nvPr/>
          </p:nvSpPr>
          <p:spPr>
            <a:xfrm>
              <a:off x="537800" y="4216550"/>
              <a:ext cx="8067900" cy="4983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2" name="Google Shape;122;p2"/>
            <p:cNvCxnSpPr/>
            <p:nvPr/>
          </p:nvCxnSpPr>
          <p:spPr>
            <a:xfrm>
              <a:off x="1076650" y="4218166"/>
              <a:ext cx="0" cy="497700"/>
            </a:xfrm>
            <a:prstGeom prst="straightConnector1">
              <a:avLst/>
            </a:prstGeom>
            <a:noFill/>
            <a:ln w="19050" cap="flat" cmpd="sng">
              <a:solidFill>
                <a:schemeClr val="dk1"/>
              </a:solidFill>
              <a:prstDash val="solid"/>
              <a:round/>
              <a:headEnd type="none" w="med" len="med"/>
              <a:tailEnd type="none" w="med" len="med"/>
            </a:ln>
          </p:spPr>
        </p:cxnSp>
        <p:cxnSp>
          <p:nvCxnSpPr>
            <p:cNvPr id="123" name="Google Shape;123;p2"/>
            <p:cNvCxnSpPr/>
            <p:nvPr/>
          </p:nvCxnSpPr>
          <p:spPr>
            <a:xfrm>
              <a:off x="7003450" y="4218166"/>
              <a:ext cx="0" cy="497700"/>
            </a:xfrm>
            <a:prstGeom prst="straightConnector1">
              <a:avLst/>
            </a:prstGeom>
            <a:noFill/>
            <a:ln w="19050" cap="flat" cmpd="sng">
              <a:solidFill>
                <a:schemeClr val="dk1"/>
              </a:solidFill>
              <a:prstDash val="solid"/>
              <a:round/>
              <a:headEnd type="none" w="med" len="med"/>
              <a:tailEnd type="none" w="med" len="med"/>
            </a:ln>
          </p:spPr>
        </p:cxnSp>
      </p:grpSp>
      <p:sp>
        <p:nvSpPr>
          <p:cNvPr id="124" name="Google Shape;124;p2"/>
          <p:cNvSpPr txBox="1">
            <a:spLocks noGrp="1"/>
          </p:cNvSpPr>
          <p:nvPr>
            <p:ph type="ctrTitle"/>
          </p:nvPr>
        </p:nvSpPr>
        <p:spPr>
          <a:xfrm>
            <a:off x="1128450" y="1024000"/>
            <a:ext cx="6887100" cy="19263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5200"/>
              <a:buNone/>
              <a:defRPr sz="3500">
                <a:latin typeface="Lexend Tera Medium"/>
                <a:ea typeface="Lexend Tera Medium"/>
                <a:cs typeface="Lexend Tera Medium"/>
                <a:sym typeface="Lexend Tera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5" name="Google Shape;125;p2"/>
          <p:cNvSpPr txBox="1">
            <a:spLocks noGrp="1"/>
          </p:cNvSpPr>
          <p:nvPr>
            <p:ph type="subTitle" idx="1"/>
          </p:nvPr>
        </p:nvSpPr>
        <p:spPr>
          <a:xfrm>
            <a:off x="1128450" y="3252901"/>
            <a:ext cx="6887100" cy="3864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6" name="Google Shape;126;p2"/>
          <p:cNvSpPr txBox="1">
            <a:spLocks noGrp="1"/>
          </p:cNvSpPr>
          <p:nvPr>
            <p:ph type="subTitle" idx="2"/>
          </p:nvPr>
        </p:nvSpPr>
        <p:spPr>
          <a:xfrm>
            <a:off x="3587700" y="4216550"/>
            <a:ext cx="1968600" cy="49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2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7" name="Google Shape;127;p2"/>
          <p:cNvSpPr txBox="1">
            <a:spLocks noGrp="1"/>
          </p:cNvSpPr>
          <p:nvPr>
            <p:ph type="title" idx="3" hasCustomPrompt="1"/>
          </p:nvPr>
        </p:nvSpPr>
        <p:spPr>
          <a:xfrm>
            <a:off x="7003450" y="4216250"/>
            <a:ext cx="1602300" cy="498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r>
              <a:t>xx%</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8"/>
        <p:cNvGrpSpPr/>
        <p:nvPr/>
      </p:nvGrpSpPr>
      <p:grpSpPr>
        <a:xfrm>
          <a:off x="0" y="0"/>
          <a:ext cx="0" cy="0"/>
          <a:chOff x="0" y="0"/>
          <a:chExt cx="0" cy="0"/>
        </a:xfrm>
      </p:grpSpPr>
      <p:sp>
        <p:nvSpPr>
          <p:cNvPr id="129" name="Google Shape;129;p3"/>
          <p:cNvSpPr/>
          <p:nvPr/>
        </p:nvSpPr>
        <p:spPr>
          <a:xfrm rot="10800000" flipH="1">
            <a:off x="538400" y="427725"/>
            <a:ext cx="8067300" cy="4989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 name="Google Shape;130;p3"/>
          <p:cNvGrpSpPr/>
          <p:nvPr/>
        </p:nvGrpSpPr>
        <p:grpSpPr>
          <a:xfrm>
            <a:off x="501200" y="391025"/>
            <a:ext cx="8141100" cy="4361400"/>
            <a:chOff x="501200" y="391025"/>
            <a:chExt cx="8141100" cy="4361400"/>
          </a:xfrm>
        </p:grpSpPr>
        <p:sp>
          <p:nvSpPr>
            <p:cNvPr id="131" name="Google Shape;131;p3"/>
            <p:cNvSpPr/>
            <p:nvPr/>
          </p:nvSpPr>
          <p:spPr>
            <a:xfrm>
              <a:off x="501200" y="391025"/>
              <a:ext cx="8141100" cy="43614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2" name="Google Shape;132;p3"/>
            <p:cNvCxnSpPr/>
            <p:nvPr/>
          </p:nvCxnSpPr>
          <p:spPr>
            <a:xfrm>
              <a:off x="1076650" y="428153"/>
              <a:ext cx="0" cy="497700"/>
            </a:xfrm>
            <a:prstGeom prst="straightConnector1">
              <a:avLst/>
            </a:prstGeom>
            <a:noFill/>
            <a:ln w="19050" cap="flat" cmpd="sng">
              <a:solidFill>
                <a:schemeClr val="dk1"/>
              </a:solidFill>
              <a:prstDash val="solid"/>
              <a:round/>
              <a:headEnd type="none" w="med" len="med"/>
              <a:tailEnd type="none" w="med" len="med"/>
            </a:ln>
          </p:spPr>
        </p:cxnSp>
        <p:cxnSp>
          <p:nvCxnSpPr>
            <p:cNvPr id="133" name="Google Shape;133;p3"/>
            <p:cNvCxnSpPr/>
            <p:nvPr/>
          </p:nvCxnSpPr>
          <p:spPr>
            <a:xfrm>
              <a:off x="538500" y="417982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4" name="Google Shape;134;p3"/>
            <p:cNvCxnSpPr/>
            <p:nvPr/>
          </p:nvCxnSpPr>
          <p:spPr>
            <a:xfrm>
              <a:off x="538500" y="3107768"/>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5" name="Google Shape;135;p3"/>
            <p:cNvCxnSpPr/>
            <p:nvPr/>
          </p:nvCxnSpPr>
          <p:spPr>
            <a:xfrm>
              <a:off x="538500" y="2035712"/>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6" name="Google Shape;136;p3"/>
            <p:cNvCxnSpPr/>
            <p:nvPr/>
          </p:nvCxnSpPr>
          <p:spPr>
            <a:xfrm>
              <a:off x="538500" y="428703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7" name="Google Shape;137;p3"/>
            <p:cNvCxnSpPr/>
            <p:nvPr/>
          </p:nvCxnSpPr>
          <p:spPr>
            <a:xfrm>
              <a:off x="538500" y="439423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8" name="Google Shape;138;p3"/>
            <p:cNvCxnSpPr/>
            <p:nvPr/>
          </p:nvCxnSpPr>
          <p:spPr>
            <a:xfrm>
              <a:off x="538500" y="450144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9" name="Google Shape;139;p3"/>
            <p:cNvCxnSpPr/>
            <p:nvPr/>
          </p:nvCxnSpPr>
          <p:spPr>
            <a:xfrm>
              <a:off x="538500" y="46086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0" name="Google Shape;140;p3"/>
            <p:cNvCxnSpPr/>
            <p:nvPr/>
          </p:nvCxnSpPr>
          <p:spPr>
            <a:xfrm>
              <a:off x="538500" y="375100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1" name="Google Shape;141;p3"/>
            <p:cNvCxnSpPr/>
            <p:nvPr/>
          </p:nvCxnSpPr>
          <p:spPr>
            <a:xfrm>
              <a:off x="538500" y="38582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2" name="Google Shape;142;p3"/>
            <p:cNvCxnSpPr/>
            <p:nvPr/>
          </p:nvCxnSpPr>
          <p:spPr>
            <a:xfrm>
              <a:off x="538500" y="396541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 name="Google Shape;143;p3"/>
            <p:cNvCxnSpPr/>
            <p:nvPr/>
          </p:nvCxnSpPr>
          <p:spPr>
            <a:xfrm>
              <a:off x="538500" y="40726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 name="Google Shape;144;p3"/>
            <p:cNvCxnSpPr/>
            <p:nvPr/>
          </p:nvCxnSpPr>
          <p:spPr>
            <a:xfrm>
              <a:off x="538500" y="3643796"/>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5" name="Google Shape;145;p3"/>
            <p:cNvCxnSpPr/>
            <p:nvPr/>
          </p:nvCxnSpPr>
          <p:spPr>
            <a:xfrm>
              <a:off x="538500" y="321497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6" name="Google Shape;146;p3"/>
            <p:cNvCxnSpPr/>
            <p:nvPr/>
          </p:nvCxnSpPr>
          <p:spPr>
            <a:xfrm>
              <a:off x="538500" y="33221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7" name="Google Shape;147;p3"/>
            <p:cNvCxnSpPr/>
            <p:nvPr/>
          </p:nvCxnSpPr>
          <p:spPr>
            <a:xfrm>
              <a:off x="538500" y="342938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8" name="Google Shape;148;p3"/>
            <p:cNvCxnSpPr/>
            <p:nvPr/>
          </p:nvCxnSpPr>
          <p:spPr>
            <a:xfrm>
              <a:off x="538500" y="35365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9" name="Google Shape;149;p3"/>
            <p:cNvCxnSpPr/>
            <p:nvPr/>
          </p:nvCxnSpPr>
          <p:spPr>
            <a:xfrm>
              <a:off x="538500" y="26789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0" name="Google Shape;150;p3"/>
            <p:cNvCxnSpPr/>
            <p:nvPr/>
          </p:nvCxnSpPr>
          <p:spPr>
            <a:xfrm>
              <a:off x="538500" y="278615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1" name="Google Shape;151;p3"/>
            <p:cNvCxnSpPr/>
            <p:nvPr/>
          </p:nvCxnSpPr>
          <p:spPr>
            <a:xfrm>
              <a:off x="538500" y="289335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2" name="Google Shape;152;p3"/>
            <p:cNvCxnSpPr/>
            <p:nvPr/>
          </p:nvCxnSpPr>
          <p:spPr>
            <a:xfrm>
              <a:off x="538500" y="30005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3" name="Google Shape;153;p3"/>
            <p:cNvCxnSpPr/>
            <p:nvPr/>
          </p:nvCxnSpPr>
          <p:spPr>
            <a:xfrm>
              <a:off x="538500" y="2571740"/>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54" name="Google Shape;154;p3"/>
            <p:cNvCxnSpPr/>
            <p:nvPr/>
          </p:nvCxnSpPr>
          <p:spPr>
            <a:xfrm>
              <a:off x="538500" y="21429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5" name="Google Shape;155;p3"/>
            <p:cNvCxnSpPr/>
            <p:nvPr/>
          </p:nvCxnSpPr>
          <p:spPr>
            <a:xfrm>
              <a:off x="538500" y="225012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6" name="Google Shape;156;p3"/>
            <p:cNvCxnSpPr/>
            <p:nvPr/>
          </p:nvCxnSpPr>
          <p:spPr>
            <a:xfrm>
              <a:off x="538500" y="235732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7" name="Google Shape;157;p3"/>
            <p:cNvCxnSpPr/>
            <p:nvPr/>
          </p:nvCxnSpPr>
          <p:spPr>
            <a:xfrm>
              <a:off x="538500" y="246453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8" name="Google Shape;158;p3"/>
            <p:cNvCxnSpPr/>
            <p:nvPr/>
          </p:nvCxnSpPr>
          <p:spPr>
            <a:xfrm>
              <a:off x="538500" y="16068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59" name="Google Shape;159;p3"/>
            <p:cNvCxnSpPr/>
            <p:nvPr/>
          </p:nvCxnSpPr>
          <p:spPr>
            <a:xfrm>
              <a:off x="538500" y="171409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0" name="Google Shape;160;p3"/>
            <p:cNvCxnSpPr/>
            <p:nvPr/>
          </p:nvCxnSpPr>
          <p:spPr>
            <a:xfrm>
              <a:off x="538500" y="182130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1" name="Google Shape;161;p3"/>
            <p:cNvCxnSpPr/>
            <p:nvPr/>
          </p:nvCxnSpPr>
          <p:spPr>
            <a:xfrm>
              <a:off x="538500" y="19285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2" name="Google Shape;162;p3"/>
            <p:cNvCxnSpPr/>
            <p:nvPr/>
          </p:nvCxnSpPr>
          <p:spPr>
            <a:xfrm>
              <a:off x="538500" y="149968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63" name="Google Shape;163;p3"/>
            <p:cNvCxnSpPr/>
            <p:nvPr/>
          </p:nvCxnSpPr>
          <p:spPr>
            <a:xfrm>
              <a:off x="538500" y="10708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4" name="Google Shape;164;p3"/>
            <p:cNvCxnSpPr/>
            <p:nvPr/>
          </p:nvCxnSpPr>
          <p:spPr>
            <a:xfrm>
              <a:off x="538500" y="117806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5" name="Google Shape;165;p3"/>
            <p:cNvCxnSpPr/>
            <p:nvPr/>
          </p:nvCxnSpPr>
          <p:spPr>
            <a:xfrm>
              <a:off x="538500" y="128527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6" name="Google Shape;166;p3"/>
            <p:cNvCxnSpPr/>
            <p:nvPr/>
          </p:nvCxnSpPr>
          <p:spPr>
            <a:xfrm>
              <a:off x="538500" y="13924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67" name="Google Shape;167;p3"/>
            <p:cNvCxnSpPr/>
            <p:nvPr/>
          </p:nvCxnSpPr>
          <p:spPr>
            <a:xfrm>
              <a:off x="64595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68" name="Google Shape;168;p3"/>
            <p:cNvCxnSpPr/>
            <p:nvPr/>
          </p:nvCxnSpPr>
          <p:spPr>
            <a:xfrm>
              <a:off x="75351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69" name="Google Shape;169;p3"/>
            <p:cNvCxnSpPr/>
            <p:nvPr/>
          </p:nvCxnSpPr>
          <p:spPr>
            <a:xfrm>
              <a:off x="8610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0" name="Google Shape;170;p3"/>
            <p:cNvCxnSpPr/>
            <p:nvPr/>
          </p:nvCxnSpPr>
          <p:spPr>
            <a:xfrm>
              <a:off x="96864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1" name="Google Shape;171;p3"/>
            <p:cNvCxnSpPr/>
            <p:nvPr/>
          </p:nvCxnSpPr>
          <p:spPr>
            <a:xfrm>
              <a:off x="1076203"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72" name="Google Shape;172;p3"/>
            <p:cNvCxnSpPr/>
            <p:nvPr/>
          </p:nvCxnSpPr>
          <p:spPr>
            <a:xfrm>
              <a:off x="11837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3" name="Google Shape;173;p3"/>
            <p:cNvCxnSpPr/>
            <p:nvPr/>
          </p:nvCxnSpPr>
          <p:spPr>
            <a:xfrm>
              <a:off x="129133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4" name="Google Shape;174;p3"/>
            <p:cNvCxnSpPr/>
            <p:nvPr/>
          </p:nvCxnSpPr>
          <p:spPr>
            <a:xfrm>
              <a:off x="139889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5" name="Google Shape;175;p3"/>
            <p:cNvCxnSpPr/>
            <p:nvPr/>
          </p:nvCxnSpPr>
          <p:spPr>
            <a:xfrm>
              <a:off x="150645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6" name="Google Shape;176;p3"/>
            <p:cNvCxnSpPr/>
            <p:nvPr/>
          </p:nvCxnSpPr>
          <p:spPr>
            <a:xfrm>
              <a:off x="1614020"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77" name="Google Shape;177;p3"/>
            <p:cNvCxnSpPr/>
            <p:nvPr/>
          </p:nvCxnSpPr>
          <p:spPr>
            <a:xfrm>
              <a:off x="17215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8" name="Google Shape;178;p3"/>
            <p:cNvCxnSpPr/>
            <p:nvPr/>
          </p:nvCxnSpPr>
          <p:spPr>
            <a:xfrm>
              <a:off x="182914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79" name="Google Shape;179;p3"/>
            <p:cNvCxnSpPr/>
            <p:nvPr/>
          </p:nvCxnSpPr>
          <p:spPr>
            <a:xfrm>
              <a:off x="193671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0" name="Google Shape;180;p3"/>
            <p:cNvCxnSpPr/>
            <p:nvPr/>
          </p:nvCxnSpPr>
          <p:spPr>
            <a:xfrm>
              <a:off x="20442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1" name="Google Shape;181;p3"/>
            <p:cNvCxnSpPr/>
            <p:nvPr/>
          </p:nvCxnSpPr>
          <p:spPr>
            <a:xfrm>
              <a:off x="215183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82" name="Google Shape;182;p3"/>
            <p:cNvCxnSpPr/>
            <p:nvPr/>
          </p:nvCxnSpPr>
          <p:spPr>
            <a:xfrm>
              <a:off x="225940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3" name="Google Shape;183;p3"/>
            <p:cNvCxnSpPr/>
            <p:nvPr/>
          </p:nvCxnSpPr>
          <p:spPr>
            <a:xfrm>
              <a:off x="23669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4" name="Google Shape;184;p3"/>
            <p:cNvCxnSpPr/>
            <p:nvPr/>
          </p:nvCxnSpPr>
          <p:spPr>
            <a:xfrm>
              <a:off x="247452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5" name="Google Shape;185;p3"/>
            <p:cNvCxnSpPr/>
            <p:nvPr/>
          </p:nvCxnSpPr>
          <p:spPr>
            <a:xfrm>
              <a:off x="258209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6" name="Google Shape;186;p3"/>
            <p:cNvCxnSpPr/>
            <p:nvPr/>
          </p:nvCxnSpPr>
          <p:spPr>
            <a:xfrm>
              <a:off x="26896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87" name="Google Shape;187;p3"/>
            <p:cNvCxnSpPr/>
            <p:nvPr/>
          </p:nvCxnSpPr>
          <p:spPr>
            <a:xfrm>
              <a:off x="279721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8" name="Google Shape;188;p3"/>
            <p:cNvCxnSpPr/>
            <p:nvPr/>
          </p:nvCxnSpPr>
          <p:spPr>
            <a:xfrm>
              <a:off x="290478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89" name="Google Shape;189;p3"/>
            <p:cNvCxnSpPr/>
            <p:nvPr/>
          </p:nvCxnSpPr>
          <p:spPr>
            <a:xfrm>
              <a:off x="301234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0" name="Google Shape;190;p3"/>
            <p:cNvCxnSpPr/>
            <p:nvPr/>
          </p:nvCxnSpPr>
          <p:spPr>
            <a:xfrm>
              <a:off x="311990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1" name="Google Shape;191;p3"/>
            <p:cNvCxnSpPr/>
            <p:nvPr/>
          </p:nvCxnSpPr>
          <p:spPr>
            <a:xfrm>
              <a:off x="32274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92" name="Google Shape;192;p3"/>
            <p:cNvCxnSpPr/>
            <p:nvPr/>
          </p:nvCxnSpPr>
          <p:spPr>
            <a:xfrm>
              <a:off x="333503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3" name="Google Shape;193;p3"/>
            <p:cNvCxnSpPr/>
            <p:nvPr/>
          </p:nvCxnSpPr>
          <p:spPr>
            <a:xfrm>
              <a:off x="344259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4" name="Google Shape;194;p3"/>
            <p:cNvCxnSpPr/>
            <p:nvPr/>
          </p:nvCxnSpPr>
          <p:spPr>
            <a:xfrm>
              <a:off x="35501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5" name="Google Shape;195;p3"/>
            <p:cNvCxnSpPr/>
            <p:nvPr/>
          </p:nvCxnSpPr>
          <p:spPr>
            <a:xfrm>
              <a:off x="365772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6" name="Google Shape;196;p3"/>
            <p:cNvCxnSpPr/>
            <p:nvPr/>
          </p:nvCxnSpPr>
          <p:spPr>
            <a:xfrm>
              <a:off x="376528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97" name="Google Shape;197;p3"/>
            <p:cNvCxnSpPr/>
            <p:nvPr/>
          </p:nvCxnSpPr>
          <p:spPr>
            <a:xfrm>
              <a:off x="38728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8" name="Google Shape;198;p3"/>
            <p:cNvCxnSpPr/>
            <p:nvPr/>
          </p:nvCxnSpPr>
          <p:spPr>
            <a:xfrm>
              <a:off x="398041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99" name="Google Shape;199;p3"/>
            <p:cNvCxnSpPr/>
            <p:nvPr/>
          </p:nvCxnSpPr>
          <p:spPr>
            <a:xfrm>
              <a:off x="40879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0" name="Google Shape;200;p3"/>
            <p:cNvCxnSpPr/>
            <p:nvPr/>
          </p:nvCxnSpPr>
          <p:spPr>
            <a:xfrm>
              <a:off x="41955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1" name="Google Shape;201;p3"/>
            <p:cNvCxnSpPr/>
            <p:nvPr/>
          </p:nvCxnSpPr>
          <p:spPr>
            <a:xfrm>
              <a:off x="430310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202" name="Google Shape;202;p3"/>
            <p:cNvCxnSpPr/>
            <p:nvPr/>
          </p:nvCxnSpPr>
          <p:spPr>
            <a:xfrm>
              <a:off x="44106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3" name="Google Shape;203;p3"/>
            <p:cNvCxnSpPr/>
            <p:nvPr/>
          </p:nvCxnSpPr>
          <p:spPr>
            <a:xfrm>
              <a:off x="451823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4" name="Google Shape;204;p3"/>
            <p:cNvCxnSpPr/>
            <p:nvPr/>
          </p:nvCxnSpPr>
          <p:spPr>
            <a:xfrm>
              <a:off x="462579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5" name="Google Shape;205;p3"/>
            <p:cNvCxnSpPr/>
            <p:nvPr/>
          </p:nvCxnSpPr>
          <p:spPr>
            <a:xfrm>
              <a:off x="473335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6" name="Google Shape;206;p3"/>
            <p:cNvCxnSpPr/>
            <p:nvPr/>
          </p:nvCxnSpPr>
          <p:spPr>
            <a:xfrm>
              <a:off x="484092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207" name="Google Shape;207;p3"/>
            <p:cNvCxnSpPr/>
            <p:nvPr/>
          </p:nvCxnSpPr>
          <p:spPr>
            <a:xfrm>
              <a:off x="49484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8" name="Google Shape;208;p3"/>
            <p:cNvCxnSpPr/>
            <p:nvPr/>
          </p:nvCxnSpPr>
          <p:spPr>
            <a:xfrm>
              <a:off x="505604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09" name="Google Shape;209;p3"/>
            <p:cNvCxnSpPr/>
            <p:nvPr/>
          </p:nvCxnSpPr>
          <p:spPr>
            <a:xfrm>
              <a:off x="516361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0" name="Google Shape;210;p3"/>
            <p:cNvCxnSpPr/>
            <p:nvPr/>
          </p:nvCxnSpPr>
          <p:spPr>
            <a:xfrm>
              <a:off x="52711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1" name="Google Shape;211;p3"/>
            <p:cNvCxnSpPr/>
            <p:nvPr/>
          </p:nvCxnSpPr>
          <p:spPr>
            <a:xfrm>
              <a:off x="537873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212" name="Google Shape;212;p3"/>
            <p:cNvCxnSpPr/>
            <p:nvPr/>
          </p:nvCxnSpPr>
          <p:spPr>
            <a:xfrm>
              <a:off x="602411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3" name="Google Shape;213;p3"/>
            <p:cNvCxnSpPr/>
            <p:nvPr/>
          </p:nvCxnSpPr>
          <p:spPr>
            <a:xfrm>
              <a:off x="613168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4" name="Google Shape;214;p3"/>
            <p:cNvCxnSpPr/>
            <p:nvPr/>
          </p:nvCxnSpPr>
          <p:spPr>
            <a:xfrm>
              <a:off x="623924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5" name="Google Shape;215;p3"/>
            <p:cNvCxnSpPr/>
            <p:nvPr/>
          </p:nvCxnSpPr>
          <p:spPr>
            <a:xfrm>
              <a:off x="634680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6" name="Google Shape;216;p3"/>
            <p:cNvCxnSpPr/>
            <p:nvPr/>
          </p:nvCxnSpPr>
          <p:spPr>
            <a:xfrm>
              <a:off x="64543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217" name="Google Shape;217;p3"/>
            <p:cNvCxnSpPr/>
            <p:nvPr/>
          </p:nvCxnSpPr>
          <p:spPr>
            <a:xfrm>
              <a:off x="656193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8" name="Google Shape;218;p3"/>
            <p:cNvCxnSpPr/>
            <p:nvPr/>
          </p:nvCxnSpPr>
          <p:spPr>
            <a:xfrm>
              <a:off x="666949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19" name="Google Shape;219;p3"/>
            <p:cNvCxnSpPr/>
            <p:nvPr/>
          </p:nvCxnSpPr>
          <p:spPr>
            <a:xfrm>
              <a:off x="67770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0" name="Google Shape;220;p3"/>
            <p:cNvCxnSpPr/>
            <p:nvPr/>
          </p:nvCxnSpPr>
          <p:spPr>
            <a:xfrm>
              <a:off x="688462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1" name="Google Shape;221;p3"/>
            <p:cNvCxnSpPr/>
            <p:nvPr/>
          </p:nvCxnSpPr>
          <p:spPr>
            <a:xfrm>
              <a:off x="548630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2" name="Google Shape;222;p3"/>
            <p:cNvCxnSpPr/>
            <p:nvPr/>
          </p:nvCxnSpPr>
          <p:spPr>
            <a:xfrm>
              <a:off x="55938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3" name="Google Shape;223;p3"/>
            <p:cNvCxnSpPr/>
            <p:nvPr/>
          </p:nvCxnSpPr>
          <p:spPr>
            <a:xfrm>
              <a:off x="570142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4" name="Google Shape;224;p3"/>
            <p:cNvCxnSpPr/>
            <p:nvPr/>
          </p:nvCxnSpPr>
          <p:spPr>
            <a:xfrm>
              <a:off x="580899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5" name="Google Shape;225;p3"/>
            <p:cNvCxnSpPr/>
            <p:nvPr/>
          </p:nvCxnSpPr>
          <p:spPr>
            <a:xfrm>
              <a:off x="59165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226" name="Google Shape;226;p3"/>
            <p:cNvCxnSpPr/>
            <p:nvPr/>
          </p:nvCxnSpPr>
          <p:spPr>
            <a:xfrm>
              <a:off x="70997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7" name="Google Shape;227;p3"/>
            <p:cNvCxnSpPr/>
            <p:nvPr/>
          </p:nvCxnSpPr>
          <p:spPr>
            <a:xfrm>
              <a:off x="699218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228" name="Google Shape;228;p3"/>
            <p:cNvCxnSpPr/>
            <p:nvPr/>
          </p:nvCxnSpPr>
          <p:spPr>
            <a:xfrm>
              <a:off x="720731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29" name="Google Shape;229;p3"/>
            <p:cNvCxnSpPr/>
            <p:nvPr/>
          </p:nvCxnSpPr>
          <p:spPr>
            <a:xfrm>
              <a:off x="731487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30" name="Google Shape;230;p3"/>
            <p:cNvCxnSpPr/>
            <p:nvPr/>
          </p:nvCxnSpPr>
          <p:spPr>
            <a:xfrm>
              <a:off x="74224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231" name="Google Shape;231;p3"/>
            <p:cNvCxnSpPr/>
            <p:nvPr/>
          </p:nvCxnSpPr>
          <p:spPr>
            <a:xfrm>
              <a:off x="763756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2" name="Google Shape;232;p3"/>
            <p:cNvCxnSpPr/>
            <p:nvPr/>
          </p:nvCxnSpPr>
          <p:spPr>
            <a:xfrm>
              <a:off x="774513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3" name="Google Shape;233;p3"/>
            <p:cNvCxnSpPr/>
            <p:nvPr/>
          </p:nvCxnSpPr>
          <p:spPr>
            <a:xfrm>
              <a:off x="785269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4" name="Google Shape;234;p3"/>
            <p:cNvCxnSpPr/>
            <p:nvPr/>
          </p:nvCxnSpPr>
          <p:spPr>
            <a:xfrm>
              <a:off x="796025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5" name="Google Shape;235;p3"/>
            <p:cNvCxnSpPr/>
            <p:nvPr/>
          </p:nvCxnSpPr>
          <p:spPr>
            <a:xfrm>
              <a:off x="8067822" y="963175"/>
              <a:ext cx="0" cy="3749100"/>
            </a:xfrm>
            <a:prstGeom prst="straightConnector1">
              <a:avLst/>
            </a:prstGeom>
            <a:noFill/>
            <a:ln w="19050" cap="flat" cmpd="sng">
              <a:solidFill>
                <a:schemeClr val="dk2"/>
              </a:solidFill>
              <a:prstDash val="solid"/>
              <a:round/>
              <a:headEnd type="none" w="med" len="med"/>
              <a:tailEnd type="none" w="med" len="med"/>
            </a:ln>
          </p:spPr>
        </p:cxnSp>
        <p:cxnSp>
          <p:nvCxnSpPr>
            <p:cNvPr id="236" name="Google Shape;236;p3"/>
            <p:cNvCxnSpPr/>
            <p:nvPr/>
          </p:nvCxnSpPr>
          <p:spPr>
            <a:xfrm>
              <a:off x="817538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7" name="Google Shape;237;p3"/>
            <p:cNvCxnSpPr/>
            <p:nvPr/>
          </p:nvCxnSpPr>
          <p:spPr>
            <a:xfrm>
              <a:off x="828294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8" name="Google Shape;238;p3"/>
            <p:cNvCxnSpPr/>
            <p:nvPr/>
          </p:nvCxnSpPr>
          <p:spPr>
            <a:xfrm>
              <a:off x="839051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39" name="Google Shape;239;p3"/>
            <p:cNvCxnSpPr/>
            <p:nvPr/>
          </p:nvCxnSpPr>
          <p:spPr>
            <a:xfrm>
              <a:off x="849807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240" name="Google Shape;240;p3"/>
            <p:cNvCxnSpPr/>
            <p:nvPr/>
          </p:nvCxnSpPr>
          <p:spPr>
            <a:xfrm>
              <a:off x="7530005" y="969523"/>
              <a:ext cx="0" cy="3744300"/>
            </a:xfrm>
            <a:prstGeom prst="straightConnector1">
              <a:avLst/>
            </a:prstGeom>
            <a:noFill/>
            <a:ln w="19050" cap="flat" cmpd="sng">
              <a:solidFill>
                <a:schemeClr val="dk2"/>
              </a:solidFill>
              <a:prstDash val="solid"/>
              <a:round/>
              <a:headEnd type="none" w="med" len="med"/>
              <a:tailEnd type="none" w="med" len="med"/>
            </a:ln>
          </p:spPr>
        </p:cxnSp>
        <p:sp>
          <p:nvSpPr>
            <p:cNvPr id="241" name="Google Shape;241;p3"/>
            <p:cNvSpPr/>
            <p:nvPr/>
          </p:nvSpPr>
          <p:spPr>
            <a:xfrm>
              <a:off x="538400" y="963650"/>
              <a:ext cx="8067300" cy="37515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 name="Google Shape;242;p3"/>
          <p:cNvSpPr txBox="1">
            <a:spLocks noGrp="1"/>
          </p:cNvSpPr>
          <p:nvPr>
            <p:ph type="title"/>
          </p:nvPr>
        </p:nvSpPr>
        <p:spPr>
          <a:xfrm>
            <a:off x="3279175" y="1284800"/>
            <a:ext cx="4197000" cy="24627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spcBef>
                <a:spcPts val="0"/>
              </a:spcBef>
              <a:spcAft>
                <a:spcPts val="0"/>
              </a:spcAft>
              <a:buSzPts val="3600"/>
              <a:buNone/>
              <a:defRPr sz="3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3" name="Google Shape;243;p3"/>
          <p:cNvSpPr txBox="1">
            <a:spLocks noGrp="1"/>
          </p:cNvSpPr>
          <p:nvPr>
            <p:ph type="title" idx="2" hasCustomPrompt="1"/>
          </p:nvPr>
        </p:nvSpPr>
        <p:spPr>
          <a:xfrm>
            <a:off x="1667825" y="1285125"/>
            <a:ext cx="1506600" cy="24627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85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44" name="Google Shape;244;p3"/>
          <p:cNvSpPr txBox="1">
            <a:spLocks noGrp="1"/>
          </p:cNvSpPr>
          <p:nvPr>
            <p:ph type="subTitle" idx="1"/>
          </p:nvPr>
        </p:nvSpPr>
        <p:spPr>
          <a:xfrm>
            <a:off x="1667825" y="3854000"/>
            <a:ext cx="5808300" cy="5400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45" name="Google Shape;245;p3"/>
          <p:cNvSpPr txBox="1">
            <a:spLocks noGrp="1"/>
          </p:cNvSpPr>
          <p:nvPr>
            <p:ph type="subTitle" idx="3"/>
          </p:nvPr>
        </p:nvSpPr>
        <p:spPr>
          <a:xfrm>
            <a:off x="3587750" y="427625"/>
            <a:ext cx="1968600" cy="49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2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46" name="Google Shape;246;p3"/>
          <p:cNvSpPr txBox="1">
            <a:spLocks noGrp="1"/>
          </p:cNvSpPr>
          <p:nvPr>
            <p:ph type="title" idx="4" hasCustomPrompt="1"/>
          </p:nvPr>
        </p:nvSpPr>
        <p:spPr>
          <a:xfrm>
            <a:off x="7003450" y="427625"/>
            <a:ext cx="1602300" cy="498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r>
              <a:t>xx%</a:t>
            </a:r>
          </a:p>
        </p:txBody>
      </p:sp>
      <p:cxnSp>
        <p:nvCxnSpPr>
          <p:cNvPr id="247" name="Google Shape;247;p3"/>
          <p:cNvCxnSpPr/>
          <p:nvPr/>
        </p:nvCxnSpPr>
        <p:spPr>
          <a:xfrm>
            <a:off x="7003450" y="428153"/>
            <a:ext cx="0" cy="4977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5"/>
        <p:cNvGrpSpPr/>
        <p:nvPr/>
      </p:nvGrpSpPr>
      <p:grpSpPr>
        <a:xfrm>
          <a:off x="0" y="0"/>
          <a:ext cx="0" cy="0"/>
          <a:chOff x="0" y="0"/>
          <a:chExt cx="0" cy="0"/>
        </a:xfrm>
      </p:grpSpPr>
      <p:grpSp>
        <p:nvGrpSpPr>
          <p:cNvPr id="506" name="Google Shape;506;p5"/>
          <p:cNvGrpSpPr/>
          <p:nvPr/>
        </p:nvGrpSpPr>
        <p:grpSpPr>
          <a:xfrm>
            <a:off x="0" y="-6017"/>
            <a:ext cx="9144000" cy="5155384"/>
            <a:chOff x="0" y="-6017"/>
            <a:chExt cx="9144000" cy="5155384"/>
          </a:xfrm>
        </p:grpSpPr>
        <p:grpSp>
          <p:nvGrpSpPr>
            <p:cNvPr id="507" name="Google Shape;507;p5"/>
            <p:cNvGrpSpPr/>
            <p:nvPr/>
          </p:nvGrpSpPr>
          <p:grpSpPr>
            <a:xfrm flipH="1">
              <a:off x="0" y="-6017"/>
              <a:ext cx="4840800" cy="5155384"/>
              <a:chOff x="-537600" y="-6017"/>
              <a:chExt cx="4840800" cy="5155384"/>
            </a:xfrm>
          </p:grpSpPr>
          <p:cxnSp>
            <p:nvCxnSpPr>
              <p:cNvPr id="508" name="Google Shape;508;p5"/>
              <p:cNvCxnSpPr/>
              <p:nvPr/>
            </p:nvCxnSpPr>
            <p:spPr>
              <a:xfrm>
                <a:off x="3765275" y="4179829"/>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09" name="Google Shape;509;p5"/>
              <p:cNvCxnSpPr/>
              <p:nvPr/>
            </p:nvCxnSpPr>
            <p:spPr>
              <a:xfrm>
                <a:off x="3765275" y="3107776"/>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10" name="Google Shape;510;p5"/>
              <p:cNvCxnSpPr/>
              <p:nvPr/>
            </p:nvCxnSpPr>
            <p:spPr>
              <a:xfrm>
                <a:off x="3765275" y="2035724"/>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11" name="Google Shape;511;p5"/>
              <p:cNvCxnSpPr/>
              <p:nvPr/>
            </p:nvCxnSpPr>
            <p:spPr>
              <a:xfrm>
                <a:off x="3765275" y="963671"/>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12" name="Google Shape;512;p5"/>
              <p:cNvCxnSpPr/>
              <p:nvPr/>
            </p:nvCxnSpPr>
            <p:spPr>
              <a:xfrm>
                <a:off x="-537600" y="4823050"/>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13" name="Google Shape;513;p5"/>
              <p:cNvCxnSpPr/>
              <p:nvPr/>
            </p:nvCxnSpPr>
            <p:spPr>
              <a:xfrm>
                <a:off x="-537600" y="4930258"/>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14" name="Google Shape;514;p5"/>
              <p:cNvCxnSpPr/>
              <p:nvPr/>
            </p:nvCxnSpPr>
            <p:spPr>
              <a:xfrm>
                <a:off x="-537600" y="5037467"/>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15" name="Google Shape;515;p5"/>
              <p:cNvCxnSpPr/>
              <p:nvPr/>
            </p:nvCxnSpPr>
            <p:spPr>
              <a:xfrm>
                <a:off x="-537600" y="5144675"/>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16" name="Google Shape;516;p5"/>
              <p:cNvCxnSpPr/>
              <p:nvPr/>
            </p:nvCxnSpPr>
            <p:spPr>
              <a:xfrm>
                <a:off x="0" y="4715854"/>
                <a:ext cx="4303200" cy="0"/>
              </a:xfrm>
              <a:prstGeom prst="straightConnector1">
                <a:avLst/>
              </a:prstGeom>
              <a:noFill/>
              <a:ln w="19050" cap="flat" cmpd="sng">
                <a:solidFill>
                  <a:schemeClr val="dk2"/>
                </a:solidFill>
                <a:prstDash val="solid"/>
                <a:round/>
                <a:headEnd type="none" w="med" len="med"/>
                <a:tailEnd type="none" w="med" len="med"/>
              </a:ln>
            </p:spPr>
          </p:cxnSp>
          <p:cxnSp>
            <p:nvCxnSpPr>
              <p:cNvPr id="517" name="Google Shape;517;p5"/>
              <p:cNvCxnSpPr/>
              <p:nvPr/>
            </p:nvCxnSpPr>
            <p:spPr>
              <a:xfrm>
                <a:off x="3765275" y="4287034"/>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18" name="Google Shape;518;p5"/>
              <p:cNvCxnSpPr/>
              <p:nvPr/>
            </p:nvCxnSpPr>
            <p:spPr>
              <a:xfrm>
                <a:off x="3765275" y="4394239"/>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19" name="Google Shape;519;p5"/>
              <p:cNvCxnSpPr/>
              <p:nvPr/>
            </p:nvCxnSpPr>
            <p:spPr>
              <a:xfrm>
                <a:off x="3765275" y="450144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0" name="Google Shape;520;p5"/>
              <p:cNvCxnSpPr/>
              <p:nvPr/>
            </p:nvCxnSpPr>
            <p:spPr>
              <a:xfrm>
                <a:off x="3765275" y="4608650"/>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1" name="Google Shape;521;p5"/>
              <p:cNvCxnSpPr/>
              <p:nvPr/>
            </p:nvCxnSpPr>
            <p:spPr>
              <a:xfrm>
                <a:off x="3765275" y="375100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2" name="Google Shape;522;p5"/>
              <p:cNvCxnSpPr/>
              <p:nvPr/>
            </p:nvCxnSpPr>
            <p:spPr>
              <a:xfrm>
                <a:off x="3765275" y="3858213"/>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3" name="Google Shape;523;p5"/>
              <p:cNvCxnSpPr/>
              <p:nvPr/>
            </p:nvCxnSpPr>
            <p:spPr>
              <a:xfrm>
                <a:off x="3765275" y="396541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4" name="Google Shape;524;p5"/>
              <p:cNvCxnSpPr/>
              <p:nvPr/>
            </p:nvCxnSpPr>
            <p:spPr>
              <a:xfrm>
                <a:off x="3765275" y="4072624"/>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5" name="Google Shape;525;p5"/>
              <p:cNvCxnSpPr/>
              <p:nvPr/>
            </p:nvCxnSpPr>
            <p:spPr>
              <a:xfrm>
                <a:off x="3765275" y="3643803"/>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26" name="Google Shape;526;p5"/>
              <p:cNvCxnSpPr/>
              <p:nvPr/>
            </p:nvCxnSpPr>
            <p:spPr>
              <a:xfrm>
                <a:off x="3765275" y="321498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7" name="Google Shape;527;p5"/>
              <p:cNvCxnSpPr/>
              <p:nvPr/>
            </p:nvCxnSpPr>
            <p:spPr>
              <a:xfrm>
                <a:off x="3765275" y="3322187"/>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8" name="Google Shape;528;p5"/>
              <p:cNvCxnSpPr/>
              <p:nvPr/>
            </p:nvCxnSpPr>
            <p:spPr>
              <a:xfrm>
                <a:off x="3765275" y="342939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29" name="Google Shape;529;p5"/>
              <p:cNvCxnSpPr/>
              <p:nvPr/>
            </p:nvCxnSpPr>
            <p:spPr>
              <a:xfrm>
                <a:off x="3765275" y="3536597"/>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0" name="Google Shape;530;p5"/>
              <p:cNvCxnSpPr/>
              <p:nvPr/>
            </p:nvCxnSpPr>
            <p:spPr>
              <a:xfrm>
                <a:off x="3765275" y="267895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1" name="Google Shape;531;p5"/>
              <p:cNvCxnSpPr/>
              <p:nvPr/>
            </p:nvCxnSpPr>
            <p:spPr>
              <a:xfrm>
                <a:off x="3765275" y="2786161"/>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2" name="Google Shape;532;p5"/>
              <p:cNvCxnSpPr/>
              <p:nvPr/>
            </p:nvCxnSpPr>
            <p:spPr>
              <a:xfrm>
                <a:off x="3765275" y="2893366"/>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3" name="Google Shape;533;p5"/>
              <p:cNvCxnSpPr/>
              <p:nvPr/>
            </p:nvCxnSpPr>
            <p:spPr>
              <a:xfrm>
                <a:off x="3765275" y="3000571"/>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4" name="Google Shape;534;p5"/>
              <p:cNvCxnSpPr/>
              <p:nvPr/>
            </p:nvCxnSpPr>
            <p:spPr>
              <a:xfrm>
                <a:off x="3765275" y="2571750"/>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35" name="Google Shape;535;p5"/>
              <p:cNvCxnSpPr/>
              <p:nvPr/>
            </p:nvCxnSpPr>
            <p:spPr>
              <a:xfrm>
                <a:off x="3765275" y="2142929"/>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6" name="Google Shape;536;p5"/>
              <p:cNvCxnSpPr/>
              <p:nvPr/>
            </p:nvCxnSpPr>
            <p:spPr>
              <a:xfrm>
                <a:off x="3765275" y="2250134"/>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7" name="Google Shape;537;p5"/>
              <p:cNvCxnSpPr/>
              <p:nvPr/>
            </p:nvCxnSpPr>
            <p:spPr>
              <a:xfrm>
                <a:off x="3765275" y="2357339"/>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8" name="Google Shape;538;p5"/>
              <p:cNvCxnSpPr/>
              <p:nvPr/>
            </p:nvCxnSpPr>
            <p:spPr>
              <a:xfrm>
                <a:off x="3765275" y="246454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39" name="Google Shape;539;p5"/>
              <p:cNvCxnSpPr/>
              <p:nvPr/>
            </p:nvCxnSpPr>
            <p:spPr>
              <a:xfrm>
                <a:off x="3765275" y="1606903"/>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0" name="Google Shape;540;p5"/>
              <p:cNvCxnSpPr/>
              <p:nvPr/>
            </p:nvCxnSpPr>
            <p:spPr>
              <a:xfrm>
                <a:off x="3765275" y="171410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1" name="Google Shape;541;p5"/>
              <p:cNvCxnSpPr/>
              <p:nvPr/>
            </p:nvCxnSpPr>
            <p:spPr>
              <a:xfrm>
                <a:off x="3765275" y="1821313"/>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2" name="Google Shape;542;p5"/>
              <p:cNvCxnSpPr/>
              <p:nvPr/>
            </p:nvCxnSpPr>
            <p:spPr>
              <a:xfrm>
                <a:off x="3765275" y="192851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3" name="Google Shape;543;p5"/>
              <p:cNvCxnSpPr/>
              <p:nvPr/>
            </p:nvCxnSpPr>
            <p:spPr>
              <a:xfrm>
                <a:off x="3765275" y="1499697"/>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544" name="Google Shape;544;p5"/>
              <p:cNvCxnSpPr/>
              <p:nvPr/>
            </p:nvCxnSpPr>
            <p:spPr>
              <a:xfrm>
                <a:off x="3765275" y="1070876"/>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5" name="Google Shape;545;p5"/>
              <p:cNvCxnSpPr/>
              <p:nvPr/>
            </p:nvCxnSpPr>
            <p:spPr>
              <a:xfrm>
                <a:off x="3765275" y="117808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6" name="Google Shape;546;p5"/>
              <p:cNvCxnSpPr/>
              <p:nvPr/>
            </p:nvCxnSpPr>
            <p:spPr>
              <a:xfrm>
                <a:off x="3765275" y="1285287"/>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7" name="Google Shape;547;p5"/>
              <p:cNvCxnSpPr/>
              <p:nvPr/>
            </p:nvCxnSpPr>
            <p:spPr>
              <a:xfrm>
                <a:off x="3765275" y="139249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8" name="Google Shape;548;p5"/>
              <p:cNvCxnSpPr/>
              <p:nvPr/>
            </p:nvCxnSpPr>
            <p:spPr>
              <a:xfrm>
                <a:off x="3765275" y="534850"/>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49" name="Google Shape;549;p5"/>
              <p:cNvCxnSpPr/>
              <p:nvPr/>
            </p:nvCxnSpPr>
            <p:spPr>
              <a:xfrm>
                <a:off x="3765275" y="64205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50" name="Google Shape;550;p5"/>
              <p:cNvCxnSpPr/>
              <p:nvPr/>
            </p:nvCxnSpPr>
            <p:spPr>
              <a:xfrm>
                <a:off x="3765275" y="749261"/>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51" name="Google Shape;551;p5"/>
              <p:cNvCxnSpPr/>
              <p:nvPr/>
            </p:nvCxnSpPr>
            <p:spPr>
              <a:xfrm>
                <a:off x="3765275" y="856466"/>
                <a:ext cx="537900" cy="0"/>
              </a:xfrm>
              <a:prstGeom prst="straightConnector1">
                <a:avLst/>
              </a:prstGeom>
              <a:noFill/>
              <a:ln w="9525" cap="flat" cmpd="sng">
                <a:solidFill>
                  <a:schemeClr val="dk2"/>
                </a:solidFill>
                <a:prstDash val="solid"/>
                <a:round/>
                <a:headEnd type="none" w="med" len="med"/>
                <a:tailEnd type="none" w="med" len="med"/>
              </a:ln>
            </p:spPr>
          </p:cxnSp>
          <p:cxnSp>
            <p:nvCxnSpPr>
              <p:cNvPr id="552" name="Google Shape;552;p5"/>
              <p:cNvCxnSpPr/>
              <p:nvPr/>
            </p:nvCxnSpPr>
            <p:spPr>
              <a:xfrm>
                <a:off x="0" y="427646"/>
                <a:ext cx="4303200" cy="0"/>
              </a:xfrm>
              <a:prstGeom prst="straightConnector1">
                <a:avLst/>
              </a:prstGeom>
              <a:noFill/>
              <a:ln w="19050" cap="flat" cmpd="sng">
                <a:solidFill>
                  <a:schemeClr val="dk2"/>
                </a:solidFill>
                <a:prstDash val="solid"/>
                <a:round/>
                <a:headEnd type="none" w="med" len="med"/>
                <a:tailEnd type="none" w="med" len="med"/>
              </a:ln>
            </p:spPr>
          </p:cxnSp>
          <p:cxnSp>
            <p:nvCxnSpPr>
              <p:cNvPr id="553" name="Google Shape;553;p5"/>
              <p:cNvCxnSpPr/>
              <p:nvPr/>
            </p:nvCxnSpPr>
            <p:spPr>
              <a:xfrm>
                <a:off x="-537600" y="-1175"/>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54" name="Google Shape;554;p5"/>
              <p:cNvCxnSpPr/>
              <p:nvPr/>
            </p:nvCxnSpPr>
            <p:spPr>
              <a:xfrm>
                <a:off x="-537600" y="106033"/>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55" name="Google Shape;555;p5"/>
              <p:cNvCxnSpPr/>
              <p:nvPr/>
            </p:nvCxnSpPr>
            <p:spPr>
              <a:xfrm>
                <a:off x="-537600" y="213242"/>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56" name="Google Shape;556;p5"/>
              <p:cNvCxnSpPr/>
              <p:nvPr/>
            </p:nvCxnSpPr>
            <p:spPr>
              <a:xfrm>
                <a:off x="-537600" y="320450"/>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557" name="Google Shape;557;p5"/>
              <p:cNvCxnSpPr/>
              <p:nvPr/>
            </p:nvCxnSpPr>
            <p:spPr>
              <a:xfrm>
                <a:off x="10811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58" name="Google Shape;558;p5"/>
              <p:cNvCxnSpPr/>
              <p:nvPr/>
            </p:nvCxnSpPr>
            <p:spPr>
              <a:xfrm>
                <a:off x="21567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59" name="Google Shape;559;p5"/>
              <p:cNvCxnSpPr/>
              <p:nvPr/>
            </p:nvCxnSpPr>
            <p:spPr>
              <a:xfrm>
                <a:off x="32324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0" name="Google Shape;560;p5"/>
              <p:cNvCxnSpPr/>
              <p:nvPr/>
            </p:nvCxnSpPr>
            <p:spPr>
              <a:xfrm>
                <a:off x="43080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1" name="Google Shape;561;p5"/>
              <p:cNvCxnSpPr/>
              <p:nvPr/>
            </p:nvCxnSpPr>
            <p:spPr>
              <a:xfrm>
                <a:off x="53837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562" name="Google Shape;562;p5"/>
              <p:cNvCxnSpPr/>
              <p:nvPr/>
            </p:nvCxnSpPr>
            <p:spPr>
              <a:xfrm>
                <a:off x="64593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3" name="Google Shape;563;p5"/>
              <p:cNvCxnSpPr/>
              <p:nvPr/>
            </p:nvCxnSpPr>
            <p:spPr>
              <a:xfrm>
                <a:off x="75349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4" name="Google Shape;564;p5"/>
              <p:cNvCxnSpPr/>
              <p:nvPr/>
            </p:nvCxnSpPr>
            <p:spPr>
              <a:xfrm>
                <a:off x="86106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5" name="Google Shape;565;p5"/>
              <p:cNvCxnSpPr/>
              <p:nvPr/>
            </p:nvCxnSpPr>
            <p:spPr>
              <a:xfrm>
                <a:off x="96862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6" name="Google Shape;566;p5"/>
              <p:cNvCxnSpPr/>
              <p:nvPr/>
            </p:nvCxnSpPr>
            <p:spPr>
              <a:xfrm>
                <a:off x="107619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567" name="Google Shape;567;p5"/>
              <p:cNvCxnSpPr/>
              <p:nvPr/>
            </p:nvCxnSpPr>
            <p:spPr>
              <a:xfrm>
                <a:off x="118375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8" name="Google Shape;568;p5"/>
              <p:cNvCxnSpPr/>
              <p:nvPr/>
            </p:nvCxnSpPr>
            <p:spPr>
              <a:xfrm>
                <a:off x="129131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69" name="Google Shape;569;p5"/>
              <p:cNvCxnSpPr/>
              <p:nvPr/>
            </p:nvCxnSpPr>
            <p:spPr>
              <a:xfrm>
                <a:off x="139888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0" name="Google Shape;570;p5"/>
              <p:cNvCxnSpPr/>
              <p:nvPr/>
            </p:nvCxnSpPr>
            <p:spPr>
              <a:xfrm>
                <a:off x="150644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1" name="Google Shape;571;p5"/>
              <p:cNvCxnSpPr/>
              <p:nvPr/>
            </p:nvCxnSpPr>
            <p:spPr>
              <a:xfrm>
                <a:off x="161401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572" name="Google Shape;572;p5"/>
              <p:cNvCxnSpPr/>
              <p:nvPr/>
            </p:nvCxnSpPr>
            <p:spPr>
              <a:xfrm>
                <a:off x="172157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3" name="Google Shape;573;p5"/>
              <p:cNvCxnSpPr/>
              <p:nvPr/>
            </p:nvCxnSpPr>
            <p:spPr>
              <a:xfrm>
                <a:off x="182913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4" name="Google Shape;574;p5"/>
              <p:cNvCxnSpPr/>
              <p:nvPr/>
            </p:nvCxnSpPr>
            <p:spPr>
              <a:xfrm>
                <a:off x="193670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5" name="Google Shape;575;p5"/>
              <p:cNvCxnSpPr/>
              <p:nvPr/>
            </p:nvCxnSpPr>
            <p:spPr>
              <a:xfrm>
                <a:off x="204426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6" name="Google Shape;576;p5"/>
              <p:cNvCxnSpPr/>
              <p:nvPr/>
            </p:nvCxnSpPr>
            <p:spPr>
              <a:xfrm>
                <a:off x="215182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577" name="Google Shape;577;p5"/>
              <p:cNvCxnSpPr/>
              <p:nvPr/>
            </p:nvCxnSpPr>
            <p:spPr>
              <a:xfrm>
                <a:off x="225939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8" name="Google Shape;578;p5"/>
              <p:cNvCxnSpPr/>
              <p:nvPr/>
            </p:nvCxnSpPr>
            <p:spPr>
              <a:xfrm>
                <a:off x="236695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79" name="Google Shape;579;p5"/>
              <p:cNvCxnSpPr/>
              <p:nvPr/>
            </p:nvCxnSpPr>
            <p:spPr>
              <a:xfrm>
                <a:off x="247452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0" name="Google Shape;580;p5"/>
              <p:cNvCxnSpPr/>
              <p:nvPr/>
            </p:nvCxnSpPr>
            <p:spPr>
              <a:xfrm>
                <a:off x="258208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1" name="Google Shape;581;p5"/>
              <p:cNvCxnSpPr/>
              <p:nvPr/>
            </p:nvCxnSpPr>
            <p:spPr>
              <a:xfrm>
                <a:off x="268964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582" name="Google Shape;582;p5"/>
              <p:cNvCxnSpPr/>
              <p:nvPr/>
            </p:nvCxnSpPr>
            <p:spPr>
              <a:xfrm>
                <a:off x="279721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3" name="Google Shape;583;p5"/>
              <p:cNvCxnSpPr/>
              <p:nvPr/>
            </p:nvCxnSpPr>
            <p:spPr>
              <a:xfrm>
                <a:off x="290477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4" name="Google Shape;584;p5"/>
              <p:cNvCxnSpPr/>
              <p:nvPr/>
            </p:nvCxnSpPr>
            <p:spPr>
              <a:xfrm>
                <a:off x="301234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5" name="Google Shape;585;p5"/>
              <p:cNvCxnSpPr/>
              <p:nvPr/>
            </p:nvCxnSpPr>
            <p:spPr>
              <a:xfrm>
                <a:off x="311990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6" name="Google Shape;586;p5"/>
              <p:cNvCxnSpPr/>
              <p:nvPr/>
            </p:nvCxnSpPr>
            <p:spPr>
              <a:xfrm>
                <a:off x="322746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587" name="Google Shape;587;p5"/>
              <p:cNvCxnSpPr/>
              <p:nvPr/>
            </p:nvCxnSpPr>
            <p:spPr>
              <a:xfrm>
                <a:off x="333503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8" name="Google Shape;588;p5"/>
              <p:cNvCxnSpPr/>
              <p:nvPr/>
            </p:nvCxnSpPr>
            <p:spPr>
              <a:xfrm>
                <a:off x="344259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89" name="Google Shape;589;p5"/>
              <p:cNvCxnSpPr/>
              <p:nvPr/>
            </p:nvCxnSpPr>
            <p:spPr>
              <a:xfrm>
                <a:off x="355016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90" name="Google Shape;590;p5"/>
              <p:cNvCxnSpPr/>
              <p:nvPr/>
            </p:nvCxnSpPr>
            <p:spPr>
              <a:xfrm>
                <a:off x="365772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91" name="Google Shape;591;p5"/>
              <p:cNvCxnSpPr/>
              <p:nvPr/>
            </p:nvCxnSpPr>
            <p:spPr>
              <a:xfrm>
                <a:off x="3765283"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592" name="Google Shape;592;p5"/>
              <p:cNvCxnSpPr/>
              <p:nvPr/>
            </p:nvCxnSpPr>
            <p:spPr>
              <a:xfrm>
                <a:off x="3872847"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593" name="Google Shape;593;p5"/>
              <p:cNvCxnSpPr/>
              <p:nvPr/>
            </p:nvCxnSpPr>
            <p:spPr>
              <a:xfrm>
                <a:off x="398041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594" name="Google Shape;594;p5"/>
              <p:cNvCxnSpPr/>
              <p:nvPr/>
            </p:nvCxnSpPr>
            <p:spPr>
              <a:xfrm>
                <a:off x="4087974"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595" name="Google Shape;595;p5"/>
              <p:cNvCxnSpPr/>
              <p:nvPr/>
            </p:nvCxnSpPr>
            <p:spPr>
              <a:xfrm>
                <a:off x="4195538"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596" name="Google Shape;596;p5"/>
              <p:cNvCxnSpPr/>
              <p:nvPr/>
            </p:nvCxnSpPr>
            <p:spPr>
              <a:xfrm>
                <a:off x="4303101"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597" name="Google Shape;597;p5"/>
              <p:cNvCxnSpPr/>
              <p:nvPr/>
            </p:nvCxnSpPr>
            <p:spPr>
              <a:xfrm>
                <a:off x="550" y="-6017"/>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598" name="Google Shape;598;p5"/>
              <p:cNvCxnSpPr/>
              <p:nvPr/>
            </p:nvCxnSpPr>
            <p:spPr>
              <a:xfrm>
                <a:off x="10811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599" name="Google Shape;599;p5"/>
              <p:cNvCxnSpPr/>
              <p:nvPr/>
            </p:nvCxnSpPr>
            <p:spPr>
              <a:xfrm>
                <a:off x="21567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0" name="Google Shape;600;p5"/>
              <p:cNvCxnSpPr/>
              <p:nvPr/>
            </p:nvCxnSpPr>
            <p:spPr>
              <a:xfrm>
                <a:off x="32324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1" name="Google Shape;601;p5"/>
              <p:cNvCxnSpPr/>
              <p:nvPr/>
            </p:nvCxnSpPr>
            <p:spPr>
              <a:xfrm>
                <a:off x="43080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2" name="Google Shape;602;p5"/>
              <p:cNvCxnSpPr/>
              <p:nvPr/>
            </p:nvCxnSpPr>
            <p:spPr>
              <a:xfrm>
                <a:off x="53837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03" name="Google Shape;603;p5"/>
              <p:cNvCxnSpPr/>
              <p:nvPr/>
            </p:nvCxnSpPr>
            <p:spPr>
              <a:xfrm>
                <a:off x="64593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4" name="Google Shape;604;p5"/>
              <p:cNvCxnSpPr/>
              <p:nvPr/>
            </p:nvCxnSpPr>
            <p:spPr>
              <a:xfrm>
                <a:off x="75349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5" name="Google Shape;605;p5"/>
              <p:cNvCxnSpPr/>
              <p:nvPr/>
            </p:nvCxnSpPr>
            <p:spPr>
              <a:xfrm>
                <a:off x="86106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6" name="Google Shape;606;p5"/>
              <p:cNvCxnSpPr/>
              <p:nvPr/>
            </p:nvCxnSpPr>
            <p:spPr>
              <a:xfrm>
                <a:off x="96862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7" name="Google Shape;607;p5"/>
              <p:cNvCxnSpPr/>
              <p:nvPr/>
            </p:nvCxnSpPr>
            <p:spPr>
              <a:xfrm>
                <a:off x="107619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08" name="Google Shape;608;p5"/>
              <p:cNvCxnSpPr/>
              <p:nvPr/>
            </p:nvCxnSpPr>
            <p:spPr>
              <a:xfrm>
                <a:off x="118375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09" name="Google Shape;609;p5"/>
              <p:cNvCxnSpPr/>
              <p:nvPr/>
            </p:nvCxnSpPr>
            <p:spPr>
              <a:xfrm>
                <a:off x="129131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0" name="Google Shape;610;p5"/>
              <p:cNvCxnSpPr/>
              <p:nvPr/>
            </p:nvCxnSpPr>
            <p:spPr>
              <a:xfrm>
                <a:off x="139888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1" name="Google Shape;611;p5"/>
              <p:cNvCxnSpPr/>
              <p:nvPr/>
            </p:nvCxnSpPr>
            <p:spPr>
              <a:xfrm>
                <a:off x="150644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2" name="Google Shape;612;p5"/>
              <p:cNvCxnSpPr/>
              <p:nvPr/>
            </p:nvCxnSpPr>
            <p:spPr>
              <a:xfrm>
                <a:off x="161401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13" name="Google Shape;613;p5"/>
              <p:cNvCxnSpPr/>
              <p:nvPr/>
            </p:nvCxnSpPr>
            <p:spPr>
              <a:xfrm>
                <a:off x="172157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4" name="Google Shape;614;p5"/>
              <p:cNvCxnSpPr/>
              <p:nvPr/>
            </p:nvCxnSpPr>
            <p:spPr>
              <a:xfrm>
                <a:off x="182913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5" name="Google Shape;615;p5"/>
              <p:cNvCxnSpPr/>
              <p:nvPr/>
            </p:nvCxnSpPr>
            <p:spPr>
              <a:xfrm>
                <a:off x="193670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6" name="Google Shape;616;p5"/>
              <p:cNvCxnSpPr/>
              <p:nvPr/>
            </p:nvCxnSpPr>
            <p:spPr>
              <a:xfrm>
                <a:off x="204426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7" name="Google Shape;617;p5"/>
              <p:cNvCxnSpPr/>
              <p:nvPr/>
            </p:nvCxnSpPr>
            <p:spPr>
              <a:xfrm>
                <a:off x="215182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18" name="Google Shape;618;p5"/>
              <p:cNvCxnSpPr/>
              <p:nvPr/>
            </p:nvCxnSpPr>
            <p:spPr>
              <a:xfrm>
                <a:off x="225939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19" name="Google Shape;619;p5"/>
              <p:cNvCxnSpPr/>
              <p:nvPr/>
            </p:nvCxnSpPr>
            <p:spPr>
              <a:xfrm>
                <a:off x="236695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0" name="Google Shape;620;p5"/>
              <p:cNvCxnSpPr/>
              <p:nvPr/>
            </p:nvCxnSpPr>
            <p:spPr>
              <a:xfrm>
                <a:off x="247452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1" name="Google Shape;621;p5"/>
              <p:cNvCxnSpPr/>
              <p:nvPr/>
            </p:nvCxnSpPr>
            <p:spPr>
              <a:xfrm>
                <a:off x="258208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2" name="Google Shape;622;p5"/>
              <p:cNvCxnSpPr/>
              <p:nvPr/>
            </p:nvCxnSpPr>
            <p:spPr>
              <a:xfrm>
                <a:off x="268964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23" name="Google Shape;623;p5"/>
              <p:cNvCxnSpPr/>
              <p:nvPr/>
            </p:nvCxnSpPr>
            <p:spPr>
              <a:xfrm>
                <a:off x="279721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4" name="Google Shape;624;p5"/>
              <p:cNvCxnSpPr/>
              <p:nvPr/>
            </p:nvCxnSpPr>
            <p:spPr>
              <a:xfrm>
                <a:off x="290477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5" name="Google Shape;625;p5"/>
              <p:cNvCxnSpPr/>
              <p:nvPr/>
            </p:nvCxnSpPr>
            <p:spPr>
              <a:xfrm>
                <a:off x="301234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6" name="Google Shape;626;p5"/>
              <p:cNvCxnSpPr/>
              <p:nvPr/>
            </p:nvCxnSpPr>
            <p:spPr>
              <a:xfrm>
                <a:off x="311990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7" name="Google Shape;627;p5"/>
              <p:cNvCxnSpPr/>
              <p:nvPr/>
            </p:nvCxnSpPr>
            <p:spPr>
              <a:xfrm>
                <a:off x="322746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28" name="Google Shape;628;p5"/>
              <p:cNvCxnSpPr/>
              <p:nvPr/>
            </p:nvCxnSpPr>
            <p:spPr>
              <a:xfrm>
                <a:off x="333503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29" name="Google Shape;629;p5"/>
              <p:cNvCxnSpPr/>
              <p:nvPr/>
            </p:nvCxnSpPr>
            <p:spPr>
              <a:xfrm>
                <a:off x="344259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30" name="Google Shape;630;p5"/>
              <p:cNvCxnSpPr/>
              <p:nvPr/>
            </p:nvCxnSpPr>
            <p:spPr>
              <a:xfrm>
                <a:off x="355016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31" name="Google Shape;631;p5"/>
              <p:cNvCxnSpPr/>
              <p:nvPr/>
            </p:nvCxnSpPr>
            <p:spPr>
              <a:xfrm>
                <a:off x="365772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32" name="Google Shape;632;p5"/>
              <p:cNvCxnSpPr/>
              <p:nvPr/>
            </p:nvCxnSpPr>
            <p:spPr>
              <a:xfrm>
                <a:off x="550" y="4713408"/>
                <a:ext cx="0" cy="433500"/>
              </a:xfrm>
              <a:prstGeom prst="straightConnector1">
                <a:avLst/>
              </a:prstGeom>
              <a:noFill/>
              <a:ln w="19050" cap="flat" cmpd="sng">
                <a:solidFill>
                  <a:schemeClr val="dk2"/>
                </a:solidFill>
                <a:prstDash val="solid"/>
                <a:round/>
                <a:headEnd type="none" w="med" len="med"/>
                <a:tailEnd type="none" w="med" len="med"/>
              </a:ln>
            </p:spPr>
          </p:cxnSp>
        </p:grpSp>
        <p:cxnSp>
          <p:nvCxnSpPr>
            <p:cNvPr id="633" name="Google Shape;633;p5"/>
            <p:cNvCxnSpPr/>
            <p:nvPr/>
          </p:nvCxnSpPr>
          <p:spPr>
            <a:xfrm rot="10800000">
              <a:off x="4779325" y="4179829"/>
              <a:ext cx="599400" cy="0"/>
            </a:xfrm>
            <a:prstGeom prst="straightConnector1">
              <a:avLst/>
            </a:prstGeom>
            <a:noFill/>
            <a:ln w="19050" cap="flat" cmpd="sng">
              <a:solidFill>
                <a:schemeClr val="dk2"/>
              </a:solidFill>
              <a:prstDash val="solid"/>
              <a:round/>
              <a:headEnd type="none" w="med" len="med"/>
              <a:tailEnd type="none" w="med" len="med"/>
            </a:ln>
          </p:spPr>
        </p:cxnSp>
        <p:cxnSp>
          <p:nvCxnSpPr>
            <p:cNvPr id="634" name="Google Shape;634;p5"/>
            <p:cNvCxnSpPr/>
            <p:nvPr/>
          </p:nvCxnSpPr>
          <p:spPr>
            <a:xfrm rot="10800000">
              <a:off x="4779325" y="3107776"/>
              <a:ext cx="599400" cy="0"/>
            </a:xfrm>
            <a:prstGeom prst="straightConnector1">
              <a:avLst/>
            </a:prstGeom>
            <a:noFill/>
            <a:ln w="19050" cap="flat" cmpd="sng">
              <a:solidFill>
                <a:schemeClr val="dk2"/>
              </a:solidFill>
              <a:prstDash val="solid"/>
              <a:round/>
              <a:headEnd type="none" w="med" len="med"/>
              <a:tailEnd type="none" w="med" len="med"/>
            </a:ln>
          </p:spPr>
        </p:cxnSp>
        <p:cxnSp>
          <p:nvCxnSpPr>
            <p:cNvPr id="635" name="Google Shape;635;p5"/>
            <p:cNvCxnSpPr/>
            <p:nvPr/>
          </p:nvCxnSpPr>
          <p:spPr>
            <a:xfrm rot="10800000">
              <a:off x="4779325" y="2035723"/>
              <a:ext cx="599400" cy="0"/>
            </a:xfrm>
            <a:prstGeom prst="straightConnector1">
              <a:avLst/>
            </a:prstGeom>
            <a:noFill/>
            <a:ln w="19050" cap="flat" cmpd="sng">
              <a:solidFill>
                <a:schemeClr val="dk2"/>
              </a:solidFill>
              <a:prstDash val="solid"/>
              <a:round/>
              <a:headEnd type="none" w="med" len="med"/>
              <a:tailEnd type="none" w="med" len="med"/>
            </a:ln>
          </p:spPr>
        </p:cxnSp>
        <p:cxnSp>
          <p:nvCxnSpPr>
            <p:cNvPr id="636" name="Google Shape;636;p5"/>
            <p:cNvCxnSpPr/>
            <p:nvPr/>
          </p:nvCxnSpPr>
          <p:spPr>
            <a:xfrm rot="10800000">
              <a:off x="4767025" y="963667"/>
              <a:ext cx="611700" cy="0"/>
            </a:xfrm>
            <a:prstGeom prst="straightConnector1">
              <a:avLst/>
            </a:prstGeom>
            <a:noFill/>
            <a:ln w="19050" cap="flat" cmpd="sng">
              <a:solidFill>
                <a:schemeClr val="dk2"/>
              </a:solidFill>
              <a:prstDash val="solid"/>
              <a:round/>
              <a:headEnd type="none" w="med" len="med"/>
              <a:tailEnd type="none" w="med" len="med"/>
            </a:ln>
          </p:spPr>
        </p:cxnSp>
        <p:cxnSp>
          <p:nvCxnSpPr>
            <p:cNvPr id="637" name="Google Shape;637;p5"/>
            <p:cNvCxnSpPr/>
            <p:nvPr/>
          </p:nvCxnSpPr>
          <p:spPr>
            <a:xfrm rot="10800000">
              <a:off x="4840800" y="4823059"/>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38" name="Google Shape;638;p5"/>
            <p:cNvCxnSpPr/>
            <p:nvPr/>
          </p:nvCxnSpPr>
          <p:spPr>
            <a:xfrm rot="10800000">
              <a:off x="4840800" y="493026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39" name="Google Shape;639;p5"/>
            <p:cNvCxnSpPr/>
            <p:nvPr/>
          </p:nvCxnSpPr>
          <p:spPr>
            <a:xfrm rot="10800000">
              <a:off x="4840800" y="5037470"/>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40" name="Google Shape;640;p5"/>
            <p:cNvCxnSpPr/>
            <p:nvPr/>
          </p:nvCxnSpPr>
          <p:spPr>
            <a:xfrm rot="10800000">
              <a:off x="4840800" y="514467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41" name="Google Shape;641;p5"/>
            <p:cNvCxnSpPr/>
            <p:nvPr/>
          </p:nvCxnSpPr>
          <p:spPr>
            <a:xfrm rot="10800000" flipH="1">
              <a:off x="2553375" y="4678850"/>
              <a:ext cx="6511200" cy="36900"/>
            </a:xfrm>
            <a:prstGeom prst="straightConnector1">
              <a:avLst/>
            </a:prstGeom>
            <a:noFill/>
            <a:ln w="19050" cap="flat" cmpd="sng">
              <a:solidFill>
                <a:schemeClr val="dk2"/>
              </a:solidFill>
              <a:prstDash val="solid"/>
              <a:round/>
              <a:headEnd type="none" w="med" len="med"/>
              <a:tailEnd type="none" w="med" len="med"/>
            </a:ln>
          </p:spPr>
        </p:cxnSp>
        <p:cxnSp>
          <p:nvCxnSpPr>
            <p:cNvPr id="642" name="Google Shape;642;p5"/>
            <p:cNvCxnSpPr/>
            <p:nvPr/>
          </p:nvCxnSpPr>
          <p:spPr>
            <a:xfrm rot="10800000">
              <a:off x="4779325" y="4287034"/>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3" name="Google Shape;643;p5"/>
            <p:cNvCxnSpPr/>
            <p:nvPr/>
          </p:nvCxnSpPr>
          <p:spPr>
            <a:xfrm rot="10800000">
              <a:off x="4779325" y="4394239"/>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4" name="Google Shape;644;p5"/>
            <p:cNvCxnSpPr/>
            <p:nvPr/>
          </p:nvCxnSpPr>
          <p:spPr>
            <a:xfrm rot="10800000">
              <a:off x="4779325" y="4501445"/>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5" name="Google Shape;645;p5"/>
            <p:cNvCxnSpPr/>
            <p:nvPr/>
          </p:nvCxnSpPr>
          <p:spPr>
            <a:xfrm rot="10800000">
              <a:off x="4779325" y="4608650"/>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6" name="Google Shape;646;p5"/>
            <p:cNvCxnSpPr/>
            <p:nvPr/>
          </p:nvCxnSpPr>
          <p:spPr>
            <a:xfrm rot="10800000">
              <a:off x="4779325" y="3751008"/>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7" name="Google Shape;647;p5"/>
            <p:cNvCxnSpPr/>
            <p:nvPr/>
          </p:nvCxnSpPr>
          <p:spPr>
            <a:xfrm rot="10800000">
              <a:off x="4779325" y="3858213"/>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8" name="Google Shape;648;p5"/>
            <p:cNvCxnSpPr/>
            <p:nvPr/>
          </p:nvCxnSpPr>
          <p:spPr>
            <a:xfrm rot="10800000">
              <a:off x="4779325" y="3965418"/>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49" name="Google Shape;649;p5"/>
            <p:cNvCxnSpPr/>
            <p:nvPr/>
          </p:nvCxnSpPr>
          <p:spPr>
            <a:xfrm rot="10800000">
              <a:off x="4779325" y="4072624"/>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0" name="Google Shape;650;p5"/>
            <p:cNvCxnSpPr/>
            <p:nvPr/>
          </p:nvCxnSpPr>
          <p:spPr>
            <a:xfrm rot="10800000">
              <a:off x="4779325" y="3643803"/>
              <a:ext cx="599400" cy="0"/>
            </a:xfrm>
            <a:prstGeom prst="straightConnector1">
              <a:avLst/>
            </a:prstGeom>
            <a:noFill/>
            <a:ln w="19050" cap="flat" cmpd="sng">
              <a:solidFill>
                <a:schemeClr val="dk2"/>
              </a:solidFill>
              <a:prstDash val="solid"/>
              <a:round/>
              <a:headEnd type="none" w="med" len="med"/>
              <a:tailEnd type="none" w="med" len="med"/>
            </a:ln>
          </p:spPr>
        </p:cxnSp>
        <p:cxnSp>
          <p:nvCxnSpPr>
            <p:cNvPr id="651" name="Google Shape;651;p5"/>
            <p:cNvCxnSpPr/>
            <p:nvPr/>
          </p:nvCxnSpPr>
          <p:spPr>
            <a:xfrm rot="10800000">
              <a:off x="4779325" y="3214982"/>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2" name="Google Shape;652;p5"/>
            <p:cNvCxnSpPr/>
            <p:nvPr/>
          </p:nvCxnSpPr>
          <p:spPr>
            <a:xfrm rot="10800000">
              <a:off x="4779325" y="3322187"/>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3" name="Google Shape;653;p5"/>
            <p:cNvCxnSpPr/>
            <p:nvPr/>
          </p:nvCxnSpPr>
          <p:spPr>
            <a:xfrm rot="10800000">
              <a:off x="4779325" y="3429392"/>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4" name="Google Shape;654;p5"/>
            <p:cNvCxnSpPr/>
            <p:nvPr/>
          </p:nvCxnSpPr>
          <p:spPr>
            <a:xfrm rot="10800000">
              <a:off x="4779325" y="3536597"/>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5" name="Google Shape;655;p5"/>
            <p:cNvCxnSpPr/>
            <p:nvPr/>
          </p:nvCxnSpPr>
          <p:spPr>
            <a:xfrm rot="10800000">
              <a:off x="4779325" y="2678955"/>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6" name="Google Shape;656;p5"/>
            <p:cNvCxnSpPr/>
            <p:nvPr/>
          </p:nvCxnSpPr>
          <p:spPr>
            <a:xfrm rot="10800000">
              <a:off x="4779325" y="2786161"/>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7" name="Google Shape;657;p5"/>
            <p:cNvCxnSpPr/>
            <p:nvPr/>
          </p:nvCxnSpPr>
          <p:spPr>
            <a:xfrm rot="10800000">
              <a:off x="4779325" y="2893366"/>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8" name="Google Shape;658;p5"/>
            <p:cNvCxnSpPr/>
            <p:nvPr/>
          </p:nvCxnSpPr>
          <p:spPr>
            <a:xfrm rot="10800000">
              <a:off x="4779325" y="3000571"/>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59" name="Google Shape;659;p5"/>
            <p:cNvCxnSpPr/>
            <p:nvPr/>
          </p:nvCxnSpPr>
          <p:spPr>
            <a:xfrm rot="10800000">
              <a:off x="4779325" y="2571750"/>
              <a:ext cx="599400" cy="0"/>
            </a:xfrm>
            <a:prstGeom prst="straightConnector1">
              <a:avLst/>
            </a:prstGeom>
            <a:noFill/>
            <a:ln w="19050" cap="flat" cmpd="sng">
              <a:solidFill>
                <a:schemeClr val="dk2"/>
              </a:solidFill>
              <a:prstDash val="solid"/>
              <a:round/>
              <a:headEnd type="none" w="med" len="med"/>
              <a:tailEnd type="none" w="med" len="med"/>
            </a:ln>
          </p:spPr>
        </p:cxnSp>
        <p:cxnSp>
          <p:nvCxnSpPr>
            <p:cNvPr id="660" name="Google Shape;660;p5"/>
            <p:cNvCxnSpPr/>
            <p:nvPr/>
          </p:nvCxnSpPr>
          <p:spPr>
            <a:xfrm rot="10800000">
              <a:off x="4779325" y="2142930"/>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1" name="Google Shape;661;p5"/>
            <p:cNvCxnSpPr/>
            <p:nvPr/>
          </p:nvCxnSpPr>
          <p:spPr>
            <a:xfrm rot="10800000">
              <a:off x="4779325" y="2250136"/>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2" name="Google Shape;662;p5"/>
            <p:cNvCxnSpPr/>
            <p:nvPr/>
          </p:nvCxnSpPr>
          <p:spPr>
            <a:xfrm rot="10800000">
              <a:off x="4779325" y="2357343"/>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3" name="Google Shape;663;p5"/>
            <p:cNvCxnSpPr/>
            <p:nvPr/>
          </p:nvCxnSpPr>
          <p:spPr>
            <a:xfrm rot="10800000">
              <a:off x="4779325" y="2464550"/>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4" name="Google Shape;664;p5"/>
            <p:cNvCxnSpPr/>
            <p:nvPr/>
          </p:nvCxnSpPr>
          <p:spPr>
            <a:xfrm rot="10800000">
              <a:off x="4779325" y="1606895"/>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5" name="Google Shape;665;p5"/>
            <p:cNvCxnSpPr/>
            <p:nvPr/>
          </p:nvCxnSpPr>
          <p:spPr>
            <a:xfrm rot="10800000">
              <a:off x="4779325" y="1714102"/>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6" name="Google Shape;666;p5"/>
            <p:cNvCxnSpPr/>
            <p:nvPr/>
          </p:nvCxnSpPr>
          <p:spPr>
            <a:xfrm rot="10800000">
              <a:off x="4779325" y="1821309"/>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7" name="Google Shape;667;p5"/>
            <p:cNvCxnSpPr/>
            <p:nvPr/>
          </p:nvCxnSpPr>
          <p:spPr>
            <a:xfrm rot="10800000">
              <a:off x="4779325" y="1928516"/>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68" name="Google Shape;668;p5"/>
            <p:cNvCxnSpPr/>
            <p:nvPr/>
          </p:nvCxnSpPr>
          <p:spPr>
            <a:xfrm rot="10800000">
              <a:off x="4779325" y="1499689"/>
              <a:ext cx="599400" cy="0"/>
            </a:xfrm>
            <a:prstGeom prst="straightConnector1">
              <a:avLst/>
            </a:prstGeom>
            <a:noFill/>
            <a:ln w="19050" cap="flat" cmpd="sng">
              <a:solidFill>
                <a:schemeClr val="dk2"/>
              </a:solidFill>
              <a:prstDash val="solid"/>
              <a:round/>
              <a:headEnd type="none" w="med" len="med"/>
              <a:tailEnd type="none" w="med" len="med"/>
            </a:ln>
          </p:spPr>
        </p:cxnSp>
        <p:cxnSp>
          <p:nvCxnSpPr>
            <p:cNvPr id="669" name="Google Shape;669;p5"/>
            <p:cNvCxnSpPr/>
            <p:nvPr/>
          </p:nvCxnSpPr>
          <p:spPr>
            <a:xfrm rot="10800000">
              <a:off x="4767025" y="1070871"/>
              <a:ext cx="611700" cy="0"/>
            </a:xfrm>
            <a:prstGeom prst="straightConnector1">
              <a:avLst/>
            </a:prstGeom>
            <a:noFill/>
            <a:ln w="9525" cap="flat" cmpd="sng">
              <a:solidFill>
                <a:schemeClr val="dk2"/>
              </a:solidFill>
              <a:prstDash val="solid"/>
              <a:round/>
              <a:headEnd type="none" w="med" len="med"/>
              <a:tailEnd type="none" w="med" len="med"/>
            </a:ln>
          </p:spPr>
        </p:cxnSp>
        <p:cxnSp>
          <p:nvCxnSpPr>
            <p:cNvPr id="670" name="Google Shape;670;p5"/>
            <p:cNvCxnSpPr/>
            <p:nvPr/>
          </p:nvCxnSpPr>
          <p:spPr>
            <a:xfrm rot="10800000">
              <a:off x="4767025" y="1178075"/>
              <a:ext cx="611700" cy="0"/>
            </a:xfrm>
            <a:prstGeom prst="straightConnector1">
              <a:avLst/>
            </a:prstGeom>
            <a:noFill/>
            <a:ln w="9525" cap="flat" cmpd="sng">
              <a:solidFill>
                <a:schemeClr val="dk2"/>
              </a:solidFill>
              <a:prstDash val="solid"/>
              <a:round/>
              <a:headEnd type="none" w="med" len="med"/>
              <a:tailEnd type="none" w="med" len="med"/>
            </a:ln>
          </p:spPr>
        </p:cxnSp>
        <p:cxnSp>
          <p:nvCxnSpPr>
            <p:cNvPr id="671" name="Google Shape;671;p5"/>
            <p:cNvCxnSpPr/>
            <p:nvPr/>
          </p:nvCxnSpPr>
          <p:spPr>
            <a:xfrm rot="10800000">
              <a:off x="4779325" y="1285275"/>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72" name="Google Shape;672;p5"/>
            <p:cNvCxnSpPr/>
            <p:nvPr/>
          </p:nvCxnSpPr>
          <p:spPr>
            <a:xfrm rot="10800000">
              <a:off x="4779325" y="1392482"/>
              <a:ext cx="599400" cy="0"/>
            </a:xfrm>
            <a:prstGeom prst="straightConnector1">
              <a:avLst/>
            </a:prstGeom>
            <a:noFill/>
            <a:ln w="9525" cap="flat" cmpd="sng">
              <a:solidFill>
                <a:schemeClr val="dk2"/>
              </a:solidFill>
              <a:prstDash val="solid"/>
              <a:round/>
              <a:headEnd type="none" w="med" len="med"/>
              <a:tailEnd type="none" w="med" len="med"/>
            </a:ln>
          </p:spPr>
        </p:cxnSp>
        <p:cxnSp>
          <p:nvCxnSpPr>
            <p:cNvPr id="673" name="Google Shape;673;p5"/>
            <p:cNvCxnSpPr/>
            <p:nvPr/>
          </p:nvCxnSpPr>
          <p:spPr>
            <a:xfrm rot="10800000">
              <a:off x="4767025" y="534850"/>
              <a:ext cx="611700" cy="0"/>
            </a:xfrm>
            <a:prstGeom prst="straightConnector1">
              <a:avLst/>
            </a:prstGeom>
            <a:noFill/>
            <a:ln w="9525" cap="flat" cmpd="sng">
              <a:solidFill>
                <a:schemeClr val="dk2"/>
              </a:solidFill>
              <a:prstDash val="solid"/>
              <a:round/>
              <a:headEnd type="none" w="med" len="med"/>
              <a:tailEnd type="none" w="med" len="med"/>
            </a:ln>
          </p:spPr>
        </p:cxnSp>
        <p:cxnSp>
          <p:nvCxnSpPr>
            <p:cNvPr id="674" name="Google Shape;674;p5"/>
            <p:cNvCxnSpPr/>
            <p:nvPr/>
          </p:nvCxnSpPr>
          <p:spPr>
            <a:xfrm rot="10800000">
              <a:off x="4767025" y="642054"/>
              <a:ext cx="611700" cy="0"/>
            </a:xfrm>
            <a:prstGeom prst="straightConnector1">
              <a:avLst/>
            </a:prstGeom>
            <a:noFill/>
            <a:ln w="9525" cap="flat" cmpd="sng">
              <a:solidFill>
                <a:schemeClr val="dk2"/>
              </a:solidFill>
              <a:prstDash val="solid"/>
              <a:round/>
              <a:headEnd type="none" w="med" len="med"/>
              <a:tailEnd type="none" w="med" len="med"/>
            </a:ln>
          </p:spPr>
        </p:cxnSp>
        <p:cxnSp>
          <p:nvCxnSpPr>
            <p:cNvPr id="675" name="Google Shape;675;p5"/>
            <p:cNvCxnSpPr/>
            <p:nvPr/>
          </p:nvCxnSpPr>
          <p:spPr>
            <a:xfrm rot="10800000">
              <a:off x="4767025" y="749258"/>
              <a:ext cx="611700" cy="0"/>
            </a:xfrm>
            <a:prstGeom prst="straightConnector1">
              <a:avLst/>
            </a:prstGeom>
            <a:noFill/>
            <a:ln w="9525" cap="flat" cmpd="sng">
              <a:solidFill>
                <a:schemeClr val="dk2"/>
              </a:solidFill>
              <a:prstDash val="solid"/>
              <a:round/>
              <a:headEnd type="none" w="med" len="med"/>
              <a:tailEnd type="none" w="med" len="med"/>
            </a:ln>
          </p:spPr>
        </p:cxnSp>
        <p:cxnSp>
          <p:nvCxnSpPr>
            <p:cNvPr id="676" name="Google Shape;676;p5"/>
            <p:cNvCxnSpPr/>
            <p:nvPr/>
          </p:nvCxnSpPr>
          <p:spPr>
            <a:xfrm rot="10800000">
              <a:off x="4767025" y="856463"/>
              <a:ext cx="611700" cy="0"/>
            </a:xfrm>
            <a:prstGeom prst="straightConnector1">
              <a:avLst/>
            </a:prstGeom>
            <a:noFill/>
            <a:ln w="9525" cap="flat" cmpd="sng">
              <a:solidFill>
                <a:schemeClr val="dk2"/>
              </a:solidFill>
              <a:prstDash val="solid"/>
              <a:round/>
              <a:headEnd type="none" w="med" len="med"/>
              <a:tailEnd type="none" w="med" len="med"/>
            </a:ln>
          </p:spPr>
        </p:cxnSp>
        <p:cxnSp>
          <p:nvCxnSpPr>
            <p:cNvPr id="677" name="Google Shape;677;p5"/>
            <p:cNvCxnSpPr/>
            <p:nvPr/>
          </p:nvCxnSpPr>
          <p:spPr>
            <a:xfrm rot="10800000">
              <a:off x="487800" y="427646"/>
              <a:ext cx="8656200" cy="0"/>
            </a:xfrm>
            <a:prstGeom prst="straightConnector1">
              <a:avLst/>
            </a:prstGeom>
            <a:noFill/>
            <a:ln w="19050" cap="flat" cmpd="sng">
              <a:solidFill>
                <a:schemeClr val="dk2"/>
              </a:solidFill>
              <a:prstDash val="solid"/>
              <a:round/>
              <a:headEnd type="none" w="med" len="med"/>
              <a:tailEnd type="none" w="med" len="med"/>
            </a:ln>
          </p:spPr>
        </p:cxnSp>
        <p:cxnSp>
          <p:nvCxnSpPr>
            <p:cNvPr id="678" name="Google Shape;678;p5"/>
            <p:cNvCxnSpPr/>
            <p:nvPr/>
          </p:nvCxnSpPr>
          <p:spPr>
            <a:xfrm rot="10800000">
              <a:off x="4840800" y="-117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79" name="Google Shape;679;p5"/>
            <p:cNvCxnSpPr/>
            <p:nvPr/>
          </p:nvCxnSpPr>
          <p:spPr>
            <a:xfrm rot="10800000">
              <a:off x="4840800" y="106030"/>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80" name="Google Shape;680;p5"/>
            <p:cNvCxnSpPr/>
            <p:nvPr/>
          </p:nvCxnSpPr>
          <p:spPr>
            <a:xfrm rot="10800000">
              <a:off x="4840800" y="21323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81" name="Google Shape;681;p5"/>
            <p:cNvCxnSpPr/>
            <p:nvPr/>
          </p:nvCxnSpPr>
          <p:spPr>
            <a:xfrm rot="10800000">
              <a:off x="4840800" y="320441"/>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682" name="Google Shape;682;p5"/>
            <p:cNvCxnSpPr/>
            <p:nvPr/>
          </p:nvCxnSpPr>
          <p:spPr>
            <a:xfrm>
              <a:off x="903588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83" name="Google Shape;683;p5"/>
            <p:cNvCxnSpPr/>
            <p:nvPr/>
          </p:nvCxnSpPr>
          <p:spPr>
            <a:xfrm>
              <a:off x="892832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84" name="Google Shape;684;p5"/>
            <p:cNvCxnSpPr/>
            <p:nvPr/>
          </p:nvCxnSpPr>
          <p:spPr>
            <a:xfrm>
              <a:off x="882075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85" name="Google Shape;685;p5"/>
            <p:cNvCxnSpPr/>
            <p:nvPr/>
          </p:nvCxnSpPr>
          <p:spPr>
            <a:xfrm>
              <a:off x="871319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86" name="Google Shape;686;p5"/>
            <p:cNvCxnSpPr/>
            <p:nvPr/>
          </p:nvCxnSpPr>
          <p:spPr>
            <a:xfrm>
              <a:off x="860563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87" name="Google Shape;687;p5"/>
            <p:cNvCxnSpPr/>
            <p:nvPr/>
          </p:nvCxnSpPr>
          <p:spPr>
            <a:xfrm>
              <a:off x="849806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88" name="Google Shape;688;p5"/>
            <p:cNvCxnSpPr/>
            <p:nvPr/>
          </p:nvCxnSpPr>
          <p:spPr>
            <a:xfrm>
              <a:off x="839050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89" name="Google Shape;689;p5"/>
            <p:cNvCxnSpPr/>
            <p:nvPr/>
          </p:nvCxnSpPr>
          <p:spPr>
            <a:xfrm>
              <a:off x="828293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0" name="Google Shape;690;p5"/>
            <p:cNvCxnSpPr/>
            <p:nvPr/>
          </p:nvCxnSpPr>
          <p:spPr>
            <a:xfrm>
              <a:off x="817537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1" name="Google Shape;691;p5"/>
            <p:cNvCxnSpPr/>
            <p:nvPr/>
          </p:nvCxnSpPr>
          <p:spPr>
            <a:xfrm>
              <a:off x="806781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92" name="Google Shape;692;p5"/>
            <p:cNvCxnSpPr/>
            <p:nvPr/>
          </p:nvCxnSpPr>
          <p:spPr>
            <a:xfrm>
              <a:off x="796024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3" name="Google Shape;693;p5"/>
            <p:cNvCxnSpPr/>
            <p:nvPr/>
          </p:nvCxnSpPr>
          <p:spPr>
            <a:xfrm>
              <a:off x="785268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4" name="Google Shape;694;p5"/>
            <p:cNvCxnSpPr/>
            <p:nvPr/>
          </p:nvCxnSpPr>
          <p:spPr>
            <a:xfrm>
              <a:off x="774511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5" name="Google Shape;695;p5"/>
            <p:cNvCxnSpPr/>
            <p:nvPr/>
          </p:nvCxnSpPr>
          <p:spPr>
            <a:xfrm>
              <a:off x="763755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6" name="Google Shape;696;p5"/>
            <p:cNvCxnSpPr/>
            <p:nvPr/>
          </p:nvCxnSpPr>
          <p:spPr>
            <a:xfrm>
              <a:off x="752999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697" name="Google Shape;697;p5"/>
            <p:cNvCxnSpPr/>
            <p:nvPr/>
          </p:nvCxnSpPr>
          <p:spPr>
            <a:xfrm>
              <a:off x="742242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8" name="Google Shape;698;p5"/>
            <p:cNvCxnSpPr/>
            <p:nvPr/>
          </p:nvCxnSpPr>
          <p:spPr>
            <a:xfrm>
              <a:off x="731486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699" name="Google Shape;699;p5"/>
            <p:cNvCxnSpPr/>
            <p:nvPr/>
          </p:nvCxnSpPr>
          <p:spPr>
            <a:xfrm>
              <a:off x="7207299"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0" name="Google Shape;700;p5"/>
            <p:cNvCxnSpPr/>
            <p:nvPr/>
          </p:nvCxnSpPr>
          <p:spPr>
            <a:xfrm>
              <a:off x="709973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1" name="Google Shape;701;p5"/>
            <p:cNvCxnSpPr/>
            <p:nvPr/>
          </p:nvCxnSpPr>
          <p:spPr>
            <a:xfrm>
              <a:off x="6992171"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02" name="Google Shape;702;p5"/>
            <p:cNvCxnSpPr/>
            <p:nvPr/>
          </p:nvCxnSpPr>
          <p:spPr>
            <a:xfrm>
              <a:off x="688460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3" name="Google Shape;703;p5"/>
            <p:cNvCxnSpPr/>
            <p:nvPr/>
          </p:nvCxnSpPr>
          <p:spPr>
            <a:xfrm>
              <a:off x="677704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4" name="Google Shape;704;p5"/>
            <p:cNvCxnSpPr/>
            <p:nvPr/>
          </p:nvCxnSpPr>
          <p:spPr>
            <a:xfrm>
              <a:off x="6669479"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5" name="Google Shape;705;p5"/>
            <p:cNvCxnSpPr/>
            <p:nvPr/>
          </p:nvCxnSpPr>
          <p:spPr>
            <a:xfrm>
              <a:off x="656191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6" name="Google Shape;706;p5"/>
            <p:cNvCxnSpPr/>
            <p:nvPr/>
          </p:nvCxnSpPr>
          <p:spPr>
            <a:xfrm>
              <a:off x="6454351"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07" name="Google Shape;707;p5"/>
            <p:cNvCxnSpPr/>
            <p:nvPr/>
          </p:nvCxnSpPr>
          <p:spPr>
            <a:xfrm>
              <a:off x="634678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8" name="Google Shape;708;p5"/>
            <p:cNvCxnSpPr/>
            <p:nvPr/>
          </p:nvCxnSpPr>
          <p:spPr>
            <a:xfrm>
              <a:off x="623922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09" name="Google Shape;709;p5"/>
            <p:cNvCxnSpPr/>
            <p:nvPr/>
          </p:nvCxnSpPr>
          <p:spPr>
            <a:xfrm>
              <a:off x="6131659"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10" name="Google Shape;710;p5"/>
            <p:cNvCxnSpPr/>
            <p:nvPr/>
          </p:nvCxnSpPr>
          <p:spPr>
            <a:xfrm>
              <a:off x="602409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11" name="Google Shape;711;p5"/>
            <p:cNvCxnSpPr/>
            <p:nvPr/>
          </p:nvCxnSpPr>
          <p:spPr>
            <a:xfrm>
              <a:off x="5916531"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12" name="Google Shape;712;p5"/>
            <p:cNvCxnSpPr/>
            <p:nvPr/>
          </p:nvCxnSpPr>
          <p:spPr>
            <a:xfrm>
              <a:off x="580896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13" name="Google Shape;713;p5"/>
            <p:cNvCxnSpPr/>
            <p:nvPr/>
          </p:nvCxnSpPr>
          <p:spPr>
            <a:xfrm>
              <a:off x="570140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14" name="Google Shape;714;p5"/>
            <p:cNvCxnSpPr/>
            <p:nvPr/>
          </p:nvCxnSpPr>
          <p:spPr>
            <a:xfrm>
              <a:off x="5593839"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15" name="Google Shape;715;p5"/>
            <p:cNvCxnSpPr/>
            <p:nvPr/>
          </p:nvCxnSpPr>
          <p:spPr>
            <a:xfrm>
              <a:off x="548627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16" name="Google Shape;716;p5"/>
            <p:cNvCxnSpPr/>
            <p:nvPr/>
          </p:nvCxnSpPr>
          <p:spPr>
            <a:xfrm>
              <a:off x="5378717"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717" name="Google Shape;717;p5"/>
            <p:cNvCxnSpPr/>
            <p:nvPr/>
          </p:nvCxnSpPr>
          <p:spPr>
            <a:xfrm>
              <a:off x="5271153"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718" name="Google Shape;718;p5"/>
            <p:cNvCxnSpPr/>
            <p:nvPr/>
          </p:nvCxnSpPr>
          <p:spPr>
            <a:xfrm>
              <a:off x="516359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719" name="Google Shape;719;p5"/>
            <p:cNvCxnSpPr/>
            <p:nvPr/>
          </p:nvCxnSpPr>
          <p:spPr>
            <a:xfrm>
              <a:off x="5056026"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720" name="Google Shape;720;p5"/>
            <p:cNvCxnSpPr/>
            <p:nvPr/>
          </p:nvCxnSpPr>
          <p:spPr>
            <a:xfrm>
              <a:off x="4948462"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721" name="Google Shape;721;p5"/>
            <p:cNvCxnSpPr/>
            <p:nvPr/>
          </p:nvCxnSpPr>
          <p:spPr>
            <a:xfrm>
              <a:off x="4840899"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722" name="Google Shape;722;p5"/>
            <p:cNvCxnSpPr/>
            <p:nvPr/>
          </p:nvCxnSpPr>
          <p:spPr>
            <a:xfrm>
              <a:off x="9143450" y="-6017"/>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723" name="Google Shape;723;p5"/>
            <p:cNvCxnSpPr/>
            <p:nvPr/>
          </p:nvCxnSpPr>
          <p:spPr>
            <a:xfrm>
              <a:off x="903588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24" name="Google Shape;724;p5"/>
            <p:cNvCxnSpPr/>
            <p:nvPr/>
          </p:nvCxnSpPr>
          <p:spPr>
            <a:xfrm>
              <a:off x="892832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25" name="Google Shape;725;p5"/>
            <p:cNvCxnSpPr/>
            <p:nvPr/>
          </p:nvCxnSpPr>
          <p:spPr>
            <a:xfrm>
              <a:off x="882075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26" name="Google Shape;726;p5"/>
            <p:cNvCxnSpPr/>
            <p:nvPr/>
          </p:nvCxnSpPr>
          <p:spPr>
            <a:xfrm>
              <a:off x="871319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27" name="Google Shape;727;p5"/>
            <p:cNvCxnSpPr/>
            <p:nvPr/>
          </p:nvCxnSpPr>
          <p:spPr>
            <a:xfrm>
              <a:off x="860563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28" name="Google Shape;728;p5"/>
            <p:cNvCxnSpPr/>
            <p:nvPr/>
          </p:nvCxnSpPr>
          <p:spPr>
            <a:xfrm>
              <a:off x="849806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29" name="Google Shape;729;p5"/>
            <p:cNvCxnSpPr/>
            <p:nvPr/>
          </p:nvCxnSpPr>
          <p:spPr>
            <a:xfrm>
              <a:off x="839050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0" name="Google Shape;730;p5"/>
            <p:cNvCxnSpPr/>
            <p:nvPr/>
          </p:nvCxnSpPr>
          <p:spPr>
            <a:xfrm>
              <a:off x="828293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1" name="Google Shape;731;p5"/>
            <p:cNvCxnSpPr/>
            <p:nvPr/>
          </p:nvCxnSpPr>
          <p:spPr>
            <a:xfrm>
              <a:off x="817537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2" name="Google Shape;732;p5"/>
            <p:cNvCxnSpPr/>
            <p:nvPr/>
          </p:nvCxnSpPr>
          <p:spPr>
            <a:xfrm>
              <a:off x="806781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33" name="Google Shape;733;p5"/>
            <p:cNvCxnSpPr/>
            <p:nvPr/>
          </p:nvCxnSpPr>
          <p:spPr>
            <a:xfrm>
              <a:off x="796024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4" name="Google Shape;734;p5"/>
            <p:cNvCxnSpPr/>
            <p:nvPr/>
          </p:nvCxnSpPr>
          <p:spPr>
            <a:xfrm>
              <a:off x="785268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5" name="Google Shape;735;p5"/>
            <p:cNvCxnSpPr/>
            <p:nvPr/>
          </p:nvCxnSpPr>
          <p:spPr>
            <a:xfrm>
              <a:off x="774511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6" name="Google Shape;736;p5"/>
            <p:cNvCxnSpPr/>
            <p:nvPr/>
          </p:nvCxnSpPr>
          <p:spPr>
            <a:xfrm>
              <a:off x="763755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7" name="Google Shape;737;p5"/>
            <p:cNvCxnSpPr/>
            <p:nvPr/>
          </p:nvCxnSpPr>
          <p:spPr>
            <a:xfrm>
              <a:off x="752999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38" name="Google Shape;738;p5"/>
            <p:cNvCxnSpPr/>
            <p:nvPr/>
          </p:nvCxnSpPr>
          <p:spPr>
            <a:xfrm>
              <a:off x="742242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39" name="Google Shape;739;p5"/>
            <p:cNvCxnSpPr/>
            <p:nvPr/>
          </p:nvCxnSpPr>
          <p:spPr>
            <a:xfrm>
              <a:off x="731486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0" name="Google Shape;740;p5"/>
            <p:cNvCxnSpPr/>
            <p:nvPr/>
          </p:nvCxnSpPr>
          <p:spPr>
            <a:xfrm>
              <a:off x="7207299"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1" name="Google Shape;741;p5"/>
            <p:cNvCxnSpPr/>
            <p:nvPr/>
          </p:nvCxnSpPr>
          <p:spPr>
            <a:xfrm>
              <a:off x="709973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2" name="Google Shape;742;p5"/>
            <p:cNvCxnSpPr/>
            <p:nvPr/>
          </p:nvCxnSpPr>
          <p:spPr>
            <a:xfrm>
              <a:off x="6992171"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43" name="Google Shape;743;p5"/>
            <p:cNvCxnSpPr/>
            <p:nvPr/>
          </p:nvCxnSpPr>
          <p:spPr>
            <a:xfrm>
              <a:off x="688460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4" name="Google Shape;744;p5"/>
            <p:cNvCxnSpPr/>
            <p:nvPr/>
          </p:nvCxnSpPr>
          <p:spPr>
            <a:xfrm>
              <a:off x="677704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5" name="Google Shape;745;p5"/>
            <p:cNvCxnSpPr/>
            <p:nvPr/>
          </p:nvCxnSpPr>
          <p:spPr>
            <a:xfrm>
              <a:off x="6669479"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6" name="Google Shape;746;p5"/>
            <p:cNvCxnSpPr/>
            <p:nvPr/>
          </p:nvCxnSpPr>
          <p:spPr>
            <a:xfrm>
              <a:off x="656191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7" name="Google Shape;747;p5"/>
            <p:cNvCxnSpPr/>
            <p:nvPr/>
          </p:nvCxnSpPr>
          <p:spPr>
            <a:xfrm>
              <a:off x="6454351"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48" name="Google Shape;748;p5"/>
            <p:cNvCxnSpPr/>
            <p:nvPr/>
          </p:nvCxnSpPr>
          <p:spPr>
            <a:xfrm>
              <a:off x="634678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49" name="Google Shape;749;p5"/>
            <p:cNvCxnSpPr/>
            <p:nvPr/>
          </p:nvCxnSpPr>
          <p:spPr>
            <a:xfrm>
              <a:off x="623922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0" name="Google Shape;750;p5"/>
            <p:cNvCxnSpPr/>
            <p:nvPr/>
          </p:nvCxnSpPr>
          <p:spPr>
            <a:xfrm>
              <a:off x="6131659"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1" name="Google Shape;751;p5"/>
            <p:cNvCxnSpPr/>
            <p:nvPr/>
          </p:nvCxnSpPr>
          <p:spPr>
            <a:xfrm>
              <a:off x="602409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2" name="Google Shape;752;p5"/>
            <p:cNvCxnSpPr/>
            <p:nvPr/>
          </p:nvCxnSpPr>
          <p:spPr>
            <a:xfrm>
              <a:off x="5916531"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753" name="Google Shape;753;p5"/>
            <p:cNvCxnSpPr/>
            <p:nvPr/>
          </p:nvCxnSpPr>
          <p:spPr>
            <a:xfrm>
              <a:off x="580896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4" name="Google Shape;754;p5"/>
            <p:cNvCxnSpPr/>
            <p:nvPr/>
          </p:nvCxnSpPr>
          <p:spPr>
            <a:xfrm>
              <a:off x="570140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5" name="Google Shape;755;p5"/>
            <p:cNvCxnSpPr/>
            <p:nvPr/>
          </p:nvCxnSpPr>
          <p:spPr>
            <a:xfrm>
              <a:off x="5593839"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6" name="Google Shape;756;p5"/>
            <p:cNvCxnSpPr/>
            <p:nvPr/>
          </p:nvCxnSpPr>
          <p:spPr>
            <a:xfrm>
              <a:off x="548627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57" name="Google Shape;757;p5"/>
            <p:cNvCxnSpPr/>
            <p:nvPr/>
          </p:nvCxnSpPr>
          <p:spPr>
            <a:xfrm>
              <a:off x="9143450" y="4713408"/>
              <a:ext cx="0" cy="433500"/>
            </a:xfrm>
            <a:prstGeom prst="straightConnector1">
              <a:avLst/>
            </a:prstGeom>
            <a:noFill/>
            <a:ln w="19050" cap="flat" cmpd="sng">
              <a:solidFill>
                <a:schemeClr val="dk2"/>
              </a:solidFill>
              <a:prstDash val="solid"/>
              <a:round/>
              <a:headEnd type="none" w="med" len="med"/>
              <a:tailEnd type="none" w="med" len="med"/>
            </a:ln>
          </p:spPr>
        </p:cxnSp>
        <p:grpSp>
          <p:nvGrpSpPr>
            <p:cNvPr id="758" name="Google Shape;758;p5"/>
            <p:cNvGrpSpPr/>
            <p:nvPr/>
          </p:nvGrpSpPr>
          <p:grpSpPr>
            <a:xfrm flipH="1">
              <a:off x="4410719" y="-5169"/>
              <a:ext cx="322692" cy="432900"/>
              <a:chOff x="108114" y="-5169"/>
              <a:chExt cx="322692" cy="432900"/>
            </a:xfrm>
          </p:grpSpPr>
          <p:cxnSp>
            <p:nvCxnSpPr>
              <p:cNvPr id="759" name="Google Shape;759;p5"/>
              <p:cNvCxnSpPr/>
              <p:nvPr/>
            </p:nvCxnSpPr>
            <p:spPr>
              <a:xfrm>
                <a:off x="10811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60" name="Google Shape;760;p5"/>
              <p:cNvCxnSpPr/>
              <p:nvPr/>
            </p:nvCxnSpPr>
            <p:spPr>
              <a:xfrm>
                <a:off x="21567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61" name="Google Shape;761;p5"/>
              <p:cNvCxnSpPr/>
              <p:nvPr/>
            </p:nvCxnSpPr>
            <p:spPr>
              <a:xfrm>
                <a:off x="32324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62" name="Google Shape;762;p5"/>
              <p:cNvCxnSpPr/>
              <p:nvPr/>
            </p:nvCxnSpPr>
            <p:spPr>
              <a:xfrm>
                <a:off x="430806" y="-5169"/>
                <a:ext cx="0" cy="432900"/>
              </a:xfrm>
              <a:prstGeom prst="straightConnector1">
                <a:avLst/>
              </a:prstGeom>
              <a:noFill/>
              <a:ln w="9525" cap="flat" cmpd="sng">
                <a:solidFill>
                  <a:schemeClr val="dk2"/>
                </a:solidFill>
                <a:prstDash val="solid"/>
                <a:round/>
                <a:headEnd type="none" w="med" len="med"/>
                <a:tailEnd type="none" w="med" len="med"/>
              </a:ln>
            </p:spPr>
          </p:cxnSp>
        </p:grpSp>
        <p:grpSp>
          <p:nvGrpSpPr>
            <p:cNvPr id="763" name="Google Shape;763;p5"/>
            <p:cNvGrpSpPr/>
            <p:nvPr/>
          </p:nvGrpSpPr>
          <p:grpSpPr>
            <a:xfrm flipH="1">
              <a:off x="4410719" y="4715831"/>
              <a:ext cx="322692" cy="432900"/>
              <a:chOff x="108114" y="-5169"/>
              <a:chExt cx="322692" cy="432900"/>
            </a:xfrm>
          </p:grpSpPr>
          <p:cxnSp>
            <p:nvCxnSpPr>
              <p:cNvPr id="764" name="Google Shape;764;p5"/>
              <p:cNvCxnSpPr/>
              <p:nvPr/>
            </p:nvCxnSpPr>
            <p:spPr>
              <a:xfrm>
                <a:off x="10811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65" name="Google Shape;765;p5"/>
              <p:cNvCxnSpPr/>
              <p:nvPr/>
            </p:nvCxnSpPr>
            <p:spPr>
              <a:xfrm>
                <a:off x="21567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66" name="Google Shape;766;p5"/>
              <p:cNvCxnSpPr/>
              <p:nvPr/>
            </p:nvCxnSpPr>
            <p:spPr>
              <a:xfrm>
                <a:off x="32324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767" name="Google Shape;767;p5"/>
              <p:cNvCxnSpPr/>
              <p:nvPr/>
            </p:nvCxnSpPr>
            <p:spPr>
              <a:xfrm>
                <a:off x="430806" y="-5169"/>
                <a:ext cx="0" cy="432900"/>
              </a:xfrm>
              <a:prstGeom prst="straightConnector1">
                <a:avLst/>
              </a:prstGeom>
              <a:noFill/>
              <a:ln w="9525" cap="flat" cmpd="sng">
                <a:solidFill>
                  <a:schemeClr val="dk2"/>
                </a:solidFill>
                <a:prstDash val="solid"/>
                <a:round/>
                <a:headEnd type="none" w="med" len="med"/>
                <a:tailEnd type="none" w="med" len="med"/>
              </a:ln>
            </p:spPr>
          </p:cxnSp>
        </p:grpSp>
      </p:grpSp>
      <p:grpSp>
        <p:nvGrpSpPr>
          <p:cNvPr id="768" name="Google Shape;768;p5"/>
          <p:cNvGrpSpPr/>
          <p:nvPr/>
        </p:nvGrpSpPr>
        <p:grpSpPr>
          <a:xfrm>
            <a:off x="501200" y="393209"/>
            <a:ext cx="4265700" cy="4361644"/>
            <a:chOff x="501200" y="394850"/>
            <a:chExt cx="4265700" cy="4359900"/>
          </a:xfrm>
        </p:grpSpPr>
        <p:sp>
          <p:nvSpPr>
            <p:cNvPr id="769" name="Google Shape;769;p5"/>
            <p:cNvSpPr/>
            <p:nvPr/>
          </p:nvSpPr>
          <p:spPr>
            <a:xfrm>
              <a:off x="501200" y="394850"/>
              <a:ext cx="4265700" cy="43599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
            <p:cNvSpPr/>
            <p:nvPr/>
          </p:nvSpPr>
          <p:spPr>
            <a:xfrm>
              <a:off x="537775" y="431402"/>
              <a:ext cx="4189800" cy="42870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1" name="Google Shape;771;p5"/>
          <p:cNvSpPr>
            <a:spLocks noGrp="1"/>
          </p:cNvSpPr>
          <p:nvPr>
            <p:ph type="pic" idx="2"/>
          </p:nvPr>
        </p:nvSpPr>
        <p:spPr>
          <a:xfrm>
            <a:off x="5397025" y="437775"/>
            <a:ext cx="3747000" cy="4234500"/>
          </a:xfrm>
          <a:prstGeom prst="rect">
            <a:avLst/>
          </a:prstGeom>
          <a:noFill/>
          <a:ln w="19050" cap="flat" cmpd="sng">
            <a:solidFill>
              <a:schemeClr val="dk1"/>
            </a:solidFill>
            <a:prstDash val="solid"/>
            <a:miter lim="8000"/>
            <a:headEnd type="none" w="sm" len="sm"/>
            <a:tailEnd type="none" w="sm" len="sm"/>
          </a:ln>
        </p:spPr>
        <p:txBody>
          <a:bodyPr/>
          <a:lstStyle/>
          <a:p>
            <a:endParaRPr lang="en-ZA"/>
          </a:p>
        </p:txBody>
      </p:sp>
      <p:sp>
        <p:nvSpPr>
          <p:cNvPr id="772" name="Google Shape;772;p5"/>
          <p:cNvSpPr txBox="1">
            <a:spLocks noGrp="1"/>
          </p:cNvSpPr>
          <p:nvPr>
            <p:ph type="title"/>
          </p:nvPr>
        </p:nvSpPr>
        <p:spPr>
          <a:xfrm>
            <a:off x="537575" y="430000"/>
            <a:ext cx="4192800" cy="6717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73" name="Google Shape;773;p5"/>
          <p:cNvSpPr txBox="1">
            <a:spLocks noGrp="1"/>
          </p:cNvSpPr>
          <p:nvPr>
            <p:ph type="subTitle" idx="1"/>
          </p:nvPr>
        </p:nvSpPr>
        <p:spPr>
          <a:xfrm>
            <a:off x="782075" y="3104455"/>
            <a:ext cx="3703800" cy="149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74" name="Google Shape;774;p5"/>
          <p:cNvSpPr txBox="1">
            <a:spLocks noGrp="1"/>
          </p:cNvSpPr>
          <p:nvPr>
            <p:ph type="subTitle" idx="3"/>
          </p:nvPr>
        </p:nvSpPr>
        <p:spPr>
          <a:xfrm>
            <a:off x="782075" y="1351612"/>
            <a:ext cx="3703800" cy="1491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75" name="Google Shape;775;p5"/>
          <p:cNvSpPr txBox="1">
            <a:spLocks noGrp="1"/>
          </p:cNvSpPr>
          <p:nvPr>
            <p:ph type="subTitle" idx="4"/>
          </p:nvPr>
        </p:nvSpPr>
        <p:spPr>
          <a:xfrm>
            <a:off x="782075" y="1003150"/>
            <a:ext cx="3703800" cy="462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Lexend Tera"/>
              <a:buNone/>
              <a:defRPr sz="1800">
                <a:solidFill>
                  <a:schemeClr val="dk1"/>
                </a:solidFill>
                <a:latin typeface="Lexend Tera Black"/>
                <a:ea typeface="Lexend Tera Black"/>
                <a:cs typeface="Lexend Tera Black"/>
                <a:sym typeface="Lexend Tera Black"/>
              </a:defRPr>
            </a:lvl1pPr>
            <a:lvl2pPr lvl="1"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2pPr>
            <a:lvl3pPr lvl="2"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3pPr>
            <a:lvl4pPr lvl="3"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4pPr>
            <a:lvl5pPr lvl="4"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5pPr>
            <a:lvl6pPr lvl="5"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6pPr>
            <a:lvl7pPr lvl="6"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7pPr>
            <a:lvl8pPr lvl="7"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8pPr>
            <a:lvl9pPr lvl="8"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9pPr>
          </a:lstStyle>
          <a:p>
            <a:endParaRPr/>
          </a:p>
        </p:txBody>
      </p:sp>
      <p:sp>
        <p:nvSpPr>
          <p:cNvPr id="776" name="Google Shape;776;p5"/>
          <p:cNvSpPr txBox="1">
            <a:spLocks noGrp="1"/>
          </p:cNvSpPr>
          <p:nvPr>
            <p:ph type="subTitle" idx="5"/>
          </p:nvPr>
        </p:nvSpPr>
        <p:spPr>
          <a:xfrm>
            <a:off x="782075" y="2755991"/>
            <a:ext cx="3703800" cy="462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Lexend Tera"/>
              <a:buNone/>
              <a:defRPr sz="1800">
                <a:solidFill>
                  <a:schemeClr val="dk1"/>
                </a:solidFill>
                <a:latin typeface="Lexend Tera Black"/>
                <a:ea typeface="Lexend Tera Black"/>
                <a:cs typeface="Lexend Tera Black"/>
                <a:sym typeface="Lexend Tera Black"/>
              </a:defRPr>
            </a:lvl1pPr>
            <a:lvl2pPr lvl="1"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2pPr>
            <a:lvl3pPr lvl="2"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3pPr>
            <a:lvl4pPr lvl="3"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4pPr>
            <a:lvl5pPr lvl="4"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5pPr>
            <a:lvl6pPr lvl="5"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6pPr>
            <a:lvl7pPr lvl="6"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7pPr>
            <a:lvl8pPr lvl="7"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8pPr>
            <a:lvl9pPr lvl="8" algn="ctr" rtl="0">
              <a:lnSpc>
                <a:spcPct val="100000"/>
              </a:lnSpc>
              <a:spcBef>
                <a:spcPts val="0"/>
              </a:spcBef>
              <a:spcAft>
                <a:spcPts val="0"/>
              </a:spcAft>
              <a:buSzPts val="1800"/>
              <a:buFont typeface="Lexend Tera"/>
              <a:buNone/>
              <a:defRPr sz="1800" b="1">
                <a:latin typeface="Lexend Tera"/>
                <a:ea typeface="Lexend Tera"/>
                <a:cs typeface="Lexend Tera"/>
                <a:sym typeface="Lexend Ter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7"/>
        <p:cNvGrpSpPr/>
        <p:nvPr/>
      </p:nvGrpSpPr>
      <p:grpSpPr>
        <a:xfrm>
          <a:off x="0" y="0"/>
          <a:ext cx="0" cy="0"/>
          <a:chOff x="0" y="0"/>
          <a:chExt cx="0" cy="0"/>
        </a:xfrm>
      </p:grpSpPr>
      <p:grpSp>
        <p:nvGrpSpPr>
          <p:cNvPr id="778" name="Google Shape;778;p6"/>
          <p:cNvGrpSpPr/>
          <p:nvPr/>
        </p:nvGrpSpPr>
        <p:grpSpPr>
          <a:xfrm>
            <a:off x="0" y="-6016"/>
            <a:ext cx="9144500" cy="5155630"/>
            <a:chOff x="0" y="-6016"/>
            <a:chExt cx="9144500" cy="5155630"/>
          </a:xfrm>
        </p:grpSpPr>
        <p:cxnSp>
          <p:nvCxnSpPr>
            <p:cNvPr id="779" name="Google Shape;779;p6"/>
            <p:cNvCxnSpPr/>
            <p:nvPr/>
          </p:nvCxnSpPr>
          <p:spPr>
            <a:xfrm>
              <a:off x="0" y="4179829"/>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780" name="Google Shape;780;p6"/>
            <p:cNvCxnSpPr/>
            <p:nvPr/>
          </p:nvCxnSpPr>
          <p:spPr>
            <a:xfrm>
              <a:off x="0" y="3107776"/>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781" name="Google Shape;781;p6"/>
            <p:cNvCxnSpPr/>
            <p:nvPr/>
          </p:nvCxnSpPr>
          <p:spPr>
            <a:xfrm>
              <a:off x="0" y="2035724"/>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782" name="Google Shape;782;p6"/>
            <p:cNvCxnSpPr/>
            <p:nvPr/>
          </p:nvCxnSpPr>
          <p:spPr>
            <a:xfrm>
              <a:off x="0" y="963671"/>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783" name="Google Shape;783;p6"/>
            <p:cNvCxnSpPr/>
            <p:nvPr/>
          </p:nvCxnSpPr>
          <p:spPr>
            <a:xfrm>
              <a:off x="0" y="4823067"/>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84" name="Google Shape;784;p6"/>
            <p:cNvCxnSpPr/>
            <p:nvPr/>
          </p:nvCxnSpPr>
          <p:spPr>
            <a:xfrm>
              <a:off x="0" y="4930272"/>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85" name="Google Shape;785;p6"/>
            <p:cNvCxnSpPr/>
            <p:nvPr/>
          </p:nvCxnSpPr>
          <p:spPr>
            <a:xfrm>
              <a:off x="0" y="5037478"/>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86" name="Google Shape;786;p6"/>
            <p:cNvCxnSpPr/>
            <p:nvPr/>
          </p:nvCxnSpPr>
          <p:spPr>
            <a:xfrm>
              <a:off x="0" y="5144683"/>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787" name="Google Shape;787;p6"/>
            <p:cNvCxnSpPr/>
            <p:nvPr/>
          </p:nvCxnSpPr>
          <p:spPr>
            <a:xfrm>
              <a:off x="0" y="4715861"/>
              <a:ext cx="9144000" cy="0"/>
            </a:xfrm>
            <a:prstGeom prst="straightConnector1">
              <a:avLst/>
            </a:prstGeom>
            <a:noFill/>
            <a:ln w="19050" cap="flat" cmpd="sng">
              <a:solidFill>
                <a:schemeClr val="dk2"/>
              </a:solidFill>
              <a:prstDash val="solid"/>
              <a:round/>
              <a:headEnd type="none" w="med" len="med"/>
              <a:tailEnd type="none" w="med" len="med"/>
            </a:ln>
          </p:spPr>
        </p:cxnSp>
        <p:cxnSp>
          <p:nvCxnSpPr>
            <p:cNvPr id="788" name="Google Shape;788;p6"/>
            <p:cNvCxnSpPr/>
            <p:nvPr/>
          </p:nvCxnSpPr>
          <p:spPr>
            <a:xfrm>
              <a:off x="0" y="42870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89" name="Google Shape;789;p6"/>
            <p:cNvCxnSpPr/>
            <p:nvPr/>
          </p:nvCxnSpPr>
          <p:spPr>
            <a:xfrm>
              <a:off x="0" y="43942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0" name="Google Shape;790;p6"/>
            <p:cNvCxnSpPr/>
            <p:nvPr/>
          </p:nvCxnSpPr>
          <p:spPr>
            <a:xfrm>
              <a:off x="0" y="45014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1" name="Google Shape;791;p6"/>
            <p:cNvCxnSpPr/>
            <p:nvPr/>
          </p:nvCxnSpPr>
          <p:spPr>
            <a:xfrm>
              <a:off x="0" y="46086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2" name="Google Shape;792;p6"/>
            <p:cNvCxnSpPr/>
            <p:nvPr/>
          </p:nvCxnSpPr>
          <p:spPr>
            <a:xfrm>
              <a:off x="0" y="37510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3" name="Google Shape;793;p6"/>
            <p:cNvCxnSpPr/>
            <p:nvPr/>
          </p:nvCxnSpPr>
          <p:spPr>
            <a:xfrm>
              <a:off x="0" y="38582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4" name="Google Shape;794;p6"/>
            <p:cNvCxnSpPr/>
            <p:nvPr/>
          </p:nvCxnSpPr>
          <p:spPr>
            <a:xfrm>
              <a:off x="0" y="39654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5" name="Google Shape;795;p6"/>
            <p:cNvCxnSpPr/>
            <p:nvPr/>
          </p:nvCxnSpPr>
          <p:spPr>
            <a:xfrm>
              <a:off x="0" y="407262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6" name="Google Shape;796;p6"/>
            <p:cNvCxnSpPr/>
            <p:nvPr/>
          </p:nvCxnSpPr>
          <p:spPr>
            <a:xfrm>
              <a:off x="0" y="3643803"/>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797" name="Google Shape;797;p6"/>
            <p:cNvCxnSpPr/>
            <p:nvPr/>
          </p:nvCxnSpPr>
          <p:spPr>
            <a:xfrm>
              <a:off x="0" y="32149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8" name="Google Shape;798;p6"/>
            <p:cNvCxnSpPr/>
            <p:nvPr/>
          </p:nvCxnSpPr>
          <p:spPr>
            <a:xfrm>
              <a:off x="0" y="33221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799" name="Google Shape;799;p6"/>
            <p:cNvCxnSpPr/>
            <p:nvPr/>
          </p:nvCxnSpPr>
          <p:spPr>
            <a:xfrm>
              <a:off x="0" y="34293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0" name="Google Shape;800;p6"/>
            <p:cNvCxnSpPr/>
            <p:nvPr/>
          </p:nvCxnSpPr>
          <p:spPr>
            <a:xfrm>
              <a:off x="0" y="353659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1" name="Google Shape;801;p6"/>
            <p:cNvCxnSpPr/>
            <p:nvPr/>
          </p:nvCxnSpPr>
          <p:spPr>
            <a:xfrm>
              <a:off x="0" y="26789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2" name="Google Shape;802;p6"/>
            <p:cNvCxnSpPr/>
            <p:nvPr/>
          </p:nvCxnSpPr>
          <p:spPr>
            <a:xfrm>
              <a:off x="0" y="27861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3" name="Google Shape;803;p6"/>
            <p:cNvCxnSpPr/>
            <p:nvPr/>
          </p:nvCxnSpPr>
          <p:spPr>
            <a:xfrm>
              <a:off x="0" y="28933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4" name="Google Shape;804;p6"/>
            <p:cNvCxnSpPr/>
            <p:nvPr/>
          </p:nvCxnSpPr>
          <p:spPr>
            <a:xfrm>
              <a:off x="0" y="300057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5" name="Google Shape;805;p6"/>
            <p:cNvCxnSpPr/>
            <p:nvPr/>
          </p:nvCxnSpPr>
          <p:spPr>
            <a:xfrm>
              <a:off x="0" y="2571750"/>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806" name="Google Shape;806;p6"/>
            <p:cNvCxnSpPr/>
            <p:nvPr/>
          </p:nvCxnSpPr>
          <p:spPr>
            <a:xfrm>
              <a:off x="0" y="214292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7" name="Google Shape;807;p6"/>
            <p:cNvCxnSpPr/>
            <p:nvPr/>
          </p:nvCxnSpPr>
          <p:spPr>
            <a:xfrm>
              <a:off x="0" y="22501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8" name="Google Shape;808;p6"/>
            <p:cNvCxnSpPr/>
            <p:nvPr/>
          </p:nvCxnSpPr>
          <p:spPr>
            <a:xfrm>
              <a:off x="0" y="23573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09" name="Google Shape;809;p6"/>
            <p:cNvCxnSpPr/>
            <p:nvPr/>
          </p:nvCxnSpPr>
          <p:spPr>
            <a:xfrm>
              <a:off x="0" y="24645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0" name="Google Shape;810;p6"/>
            <p:cNvCxnSpPr/>
            <p:nvPr/>
          </p:nvCxnSpPr>
          <p:spPr>
            <a:xfrm>
              <a:off x="0" y="160690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1" name="Google Shape;811;p6"/>
            <p:cNvCxnSpPr/>
            <p:nvPr/>
          </p:nvCxnSpPr>
          <p:spPr>
            <a:xfrm>
              <a:off x="0" y="17141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2" name="Google Shape;812;p6"/>
            <p:cNvCxnSpPr/>
            <p:nvPr/>
          </p:nvCxnSpPr>
          <p:spPr>
            <a:xfrm>
              <a:off x="0" y="18213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3" name="Google Shape;813;p6"/>
            <p:cNvCxnSpPr/>
            <p:nvPr/>
          </p:nvCxnSpPr>
          <p:spPr>
            <a:xfrm>
              <a:off x="0" y="19285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4" name="Google Shape;814;p6"/>
            <p:cNvCxnSpPr/>
            <p:nvPr/>
          </p:nvCxnSpPr>
          <p:spPr>
            <a:xfrm>
              <a:off x="0" y="1499697"/>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815" name="Google Shape;815;p6"/>
            <p:cNvCxnSpPr/>
            <p:nvPr/>
          </p:nvCxnSpPr>
          <p:spPr>
            <a:xfrm>
              <a:off x="0" y="107087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6" name="Google Shape;816;p6"/>
            <p:cNvCxnSpPr/>
            <p:nvPr/>
          </p:nvCxnSpPr>
          <p:spPr>
            <a:xfrm>
              <a:off x="0" y="11780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7" name="Google Shape;817;p6"/>
            <p:cNvCxnSpPr/>
            <p:nvPr/>
          </p:nvCxnSpPr>
          <p:spPr>
            <a:xfrm>
              <a:off x="0" y="12852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8" name="Google Shape;818;p6"/>
            <p:cNvCxnSpPr/>
            <p:nvPr/>
          </p:nvCxnSpPr>
          <p:spPr>
            <a:xfrm>
              <a:off x="0" y="13924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19" name="Google Shape;819;p6"/>
            <p:cNvCxnSpPr/>
            <p:nvPr/>
          </p:nvCxnSpPr>
          <p:spPr>
            <a:xfrm>
              <a:off x="0" y="5348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20" name="Google Shape;820;p6"/>
            <p:cNvCxnSpPr/>
            <p:nvPr/>
          </p:nvCxnSpPr>
          <p:spPr>
            <a:xfrm>
              <a:off x="0" y="6420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21" name="Google Shape;821;p6"/>
            <p:cNvCxnSpPr/>
            <p:nvPr/>
          </p:nvCxnSpPr>
          <p:spPr>
            <a:xfrm>
              <a:off x="0" y="7492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22" name="Google Shape;822;p6"/>
            <p:cNvCxnSpPr/>
            <p:nvPr/>
          </p:nvCxnSpPr>
          <p:spPr>
            <a:xfrm>
              <a:off x="0" y="8564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823" name="Google Shape;823;p6"/>
            <p:cNvCxnSpPr/>
            <p:nvPr/>
          </p:nvCxnSpPr>
          <p:spPr>
            <a:xfrm>
              <a:off x="0" y="427637"/>
              <a:ext cx="9144000" cy="0"/>
            </a:xfrm>
            <a:prstGeom prst="straightConnector1">
              <a:avLst/>
            </a:prstGeom>
            <a:noFill/>
            <a:ln w="19050" cap="flat" cmpd="sng">
              <a:solidFill>
                <a:schemeClr val="dk2"/>
              </a:solidFill>
              <a:prstDash val="solid"/>
              <a:round/>
              <a:headEnd type="none" w="med" len="med"/>
              <a:tailEnd type="none" w="med" len="med"/>
            </a:ln>
          </p:spPr>
        </p:cxnSp>
        <p:cxnSp>
          <p:nvCxnSpPr>
            <p:cNvPr id="824" name="Google Shape;824;p6"/>
            <p:cNvCxnSpPr/>
            <p:nvPr/>
          </p:nvCxnSpPr>
          <p:spPr>
            <a:xfrm>
              <a:off x="0" y="-1185"/>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25" name="Google Shape;825;p6"/>
            <p:cNvCxnSpPr/>
            <p:nvPr/>
          </p:nvCxnSpPr>
          <p:spPr>
            <a:xfrm>
              <a:off x="0" y="10602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26" name="Google Shape;826;p6"/>
            <p:cNvCxnSpPr/>
            <p:nvPr/>
          </p:nvCxnSpPr>
          <p:spPr>
            <a:xfrm>
              <a:off x="0" y="213226"/>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27" name="Google Shape;827;p6"/>
            <p:cNvCxnSpPr/>
            <p:nvPr/>
          </p:nvCxnSpPr>
          <p:spPr>
            <a:xfrm>
              <a:off x="0" y="320432"/>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828" name="Google Shape;828;p6"/>
            <p:cNvCxnSpPr/>
            <p:nvPr/>
          </p:nvCxnSpPr>
          <p:spPr>
            <a:xfrm>
              <a:off x="108123"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829" name="Google Shape;829;p6"/>
            <p:cNvCxnSpPr/>
            <p:nvPr/>
          </p:nvCxnSpPr>
          <p:spPr>
            <a:xfrm>
              <a:off x="215687"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830" name="Google Shape;830;p6"/>
            <p:cNvCxnSpPr/>
            <p:nvPr/>
          </p:nvCxnSpPr>
          <p:spPr>
            <a:xfrm>
              <a:off x="32325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831" name="Google Shape;831;p6"/>
            <p:cNvCxnSpPr/>
            <p:nvPr/>
          </p:nvCxnSpPr>
          <p:spPr>
            <a:xfrm>
              <a:off x="430814"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832" name="Google Shape;832;p6"/>
            <p:cNvCxnSpPr/>
            <p:nvPr/>
          </p:nvCxnSpPr>
          <p:spPr>
            <a:xfrm>
              <a:off x="53837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33" name="Google Shape;833;p6"/>
            <p:cNvCxnSpPr/>
            <p:nvPr/>
          </p:nvCxnSpPr>
          <p:spPr>
            <a:xfrm>
              <a:off x="6459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34" name="Google Shape;834;p6"/>
            <p:cNvCxnSpPr/>
            <p:nvPr/>
          </p:nvCxnSpPr>
          <p:spPr>
            <a:xfrm>
              <a:off x="75350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35" name="Google Shape;835;p6"/>
            <p:cNvCxnSpPr/>
            <p:nvPr/>
          </p:nvCxnSpPr>
          <p:spPr>
            <a:xfrm>
              <a:off x="86106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36" name="Google Shape;836;p6"/>
            <p:cNvCxnSpPr/>
            <p:nvPr/>
          </p:nvCxnSpPr>
          <p:spPr>
            <a:xfrm>
              <a:off x="96863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37" name="Google Shape;837;p6"/>
            <p:cNvCxnSpPr/>
            <p:nvPr/>
          </p:nvCxnSpPr>
          <p:spPr>
            <a:xfrm>
              <a:off x="1076193"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38" name="Google Shape;838;p6"/>
            <p:cNvCxnSpPr/>
            <p:nvPr/>
          </p:nvCxnSpPr>
          <p:spPr>
            <a:xfrm>
              <a:off x="118375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39" name="Google Shape;839;p6"/>
            <p:cNvCxnSpPr/>
            <p:nvPr/>
          </p:nvCxnSpPr>
          <p:spPr>
            <a:xfrm>
              <a:off x="12913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0" name="Google Shape;840;p6"/>
            <p:cNvCxnSpPr/>
            <p:nvPr/>
          </p:nvCxnSpPr>
          <p:spPr>
            <a:xfrm>
              <a:off x="139888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1" name="Google Shape;841;p6"/>
            <p:cNvCxnSpPr/>
            <p:nvPr/>
          </p:nvCxnSpPr>
          <p:spPr>
            <a:xfrm>
              <a:off x="150644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2" name="Google Shape;842;p6"/>
            <p:cNvCxnSpPr/>
            <p:nvPr/>
          </p:nvCxnSpPr>
          <p:spPr>
            <a:xfrm>
              <a:off x="1614012"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43" name="Google Shape;843;p6"/>
            <p:cNvCxnSpPr/>
            <p:nvPr/>
          </p:nvCxnSpPr>
          <p:spPr>
            <a:xfrm>
              <a:off x="172157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4" name="Google Shape;844;p6"/>
            <p:cNvCxnSpPr/>
            <p:nvPr/>
          </p:nvCxnSpPr>
          <p:spPr>
            <a:xfrm>
              <a:off x="18291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5" name="Google Shape;845;p6"/>
            <p:cNvCxnSpPr/>
            <p:nvPr/>
          </p:nvCxnSpPr>
          <p:spPr>
            <a:xfrm>
              <a:off x="193670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6" name="Google Shape;846;p6"/>
            <p:cNvCxnSpPr/>
            <p:nvPr/>
          </p:nvCxnSpPr>
          <p:spPr>
            <a:xfrm>
              <a:off x="204426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7" name="Google Shape;847;p6"/>
            <p:cNvCxnSpPr/>
            <p:nvPr/>
          </p:nvCxnSpPr>
          <p:spPr>
            <a:xfrm>
              <a:off x="2151830"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48" name="Google Shape;848;p6"/>
            <p:cNvCxnSpPr/>
            <p:nvPr/>
          </p:nvCxnSpPr>
          <p:spPr>
            <a:xfrm>
              <a:off x="22593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49" name="Google Shape;849;p6"/>
            <p:cNvCxnSpPr/>
            <p:nvPr/>
          </p:nvCxnSpPr>
          <p:spPr>
            <a:xfrm>
              <a:off x="236695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0" name="Google Shape;850;p6"/>
            <p:cNvCxnSpPr/>
            <p:nvPr/>
          </p:nvCxnSpPr>
          <p:spPr>
            <a:xfrm>
              <a:off x="24745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1" name="Google Shape;851;p6"/>
            <p:cNvCxnSpPr/>
            <p:nvPr/>
          </p:nvCxnSpPr>
          <p:spPr>
            <a:xfrm>
              <a:off x="258208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2" name="Google Shape;852;p6"/>
            <p:cNvCxnSpPr/>
            <p:nvPr/>
          </p:nvCxnSpPr>
          <p:spPr>
            <a:xfrm>
              <a:off x="2689648"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53" name="Google Shape;853;p6"/>
            <p:cNvCxnSpPr/>
            <p:nvPr/>
          </p:nvCxnSpPr>
          <p:spPr>
            <a:xfrm>
              <a:off x="279721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4" name="Google Shape;854;p6"/>
            <p:cNvCxnSpPr/>
            <p:nvPr/>
          </p:nvCxnSpPr>
          <p:spPr>
            <a:xfrm>
              <a:off x="29047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5" name="Google Shape;855;p6"/>
            <p:cNvCxnSpPr/>
            <p:nvPr/>
          </p:nvCxnSpPr>
          <p:spPr>
            <a:xfrm>
              <a:off x="30123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6" name="Google Shape;856;p6"/>
            <p:cNvCxnSpPr/>
            <p:nvPr/>
          </p:nvCxnSpPr>
          <p:spPr>
            <a:xfrm>
              <a:off x="311990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7" name="Google Shape;857;p6"/>
            <p:cNvCxnSpPr/>
            <p:nvPr/>
          </p:nvCxnSpPr>
          <p:spPr>
            <a:xfrm>
              <a:off x="3227467"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58" name="Google Shape;858;p6"/>
            <p:cNvCxnSpPr/>
            <p:nvPr/>
          </p:nvCxnSpPr>
          <p:spPr>
            <a:xfrm>
              <a:off x="333503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59" name="Google Shape;859;p6"/>
            <p:cNvCxnSpPr/>
            <p:nvPr/>
          </p:nvCxnSpPr>
          <p:spPr>
            <a:xfrm>
              <a:off x="34425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0" name="Google Shape;860;p6"/>
            <p:cNvCxnSpPr/>
            <p:nvPr/>
          </p:nvCxnSpPr>
          <p:spPr>
            <a:xfrm>
              <a:off x="355015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1" name="Google Shape;861;p6"/>
            <p:cNvCxnSpPr/>
            <p:nvPr/>
          </p:nvCxnSpPr>
          <p:spPr>
            <a:xfrm>
              <a:off x="36577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2" name="Google Shape;862;p6"/>
            <p:cNvCxnSpPr/>
            <p:nvPr/>
          </p:nvCxnSpPr>
          <p:spPr>
            <a:xfrm>
              <a:off x="376528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63" name="Google Shape;863;p6"/>
            <p:cNvCxnSpPr/>
            <p:nvPr/>
          </p:nvCxnSpPr>
          <p:spPr>
            <a:xfrm>
              <a:off x="38728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4" name="Google Shape;864;p6"/>
            <p:cNvCxnSpPr/>
            <p:nvPr/>
          </p:nvCxnSpPr>
          <p:spPr>
            <a:xfrm>
              <a:off x="398041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5" name="Google Shape;865;p6"/>
            <p:cNvCxnSpPr/>
            <p:nvPr/>
          </p:nvCxnSpPr>
          <p:spPr>
            <a:xfrm>
              <a:off x="40879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6" name="Google Shape;866;p6"/>
            <p:cNvCxnSpPr/>
            <p:nvPr/>
          </p:nvCxnSpPr>
          <p:spPr>
            <a:xfrm>
              <a:off x="419554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7" name="Google Shape;867;p6"/>
            <p:cNvCxnSpPr/>
            <p:nvPr/>
          </p:nvCxnSpPr>
          <p:spPr>
            <a:xfrm>
              <a:off x="4303103"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68" name="Google Shape;868;p6"/>
            <p:cNvCxnSpPr/>
            <p:nvPr/>
          </p:nvCxnSpPr>
          <p:spPr>
            <a:xfrm>
              <a:off x="441066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69" name="Google Shape;869;p6"/>
            <p:cNvCxnSpPr/>
            <p:nvPr/>
          </p:nvCxnSpPr>
          <p:spPr>
            <a:xfrm>
              <a:off x="45182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0" name="Google Shape;870;p6"/>
            <p:cNvCxnSpPr/>
            <p:nvPr/>
          </p:nvCxnSpPr>
          <p:spPr>
            <a:xfrm>
              <a:off x="46257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1" name="Google Shape;871;p6"/>
            <p:cNvCxnSpPr/>
            <p:nvPr/>
          </p:nvCxnSpPr>
          <p:spPr>
            <a:xfrm>
              <a:off x="473335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2" name="Google Shape;872;p6"/>
            <p:cNvCxnSpPr/>
            <p:nvPr/>
          </p:nvCxnSpPr>
          <p:spPr>
            <a:xfrm>
              <a:off x="4840922"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73" name="Google Shape;873;p6"/>
            <p:cNvCxnSpPr/>
            <p:nvPr/>
          </p:nvCxnSpPr>
          <p:spPr>
            <a:xfrm>
              <a:off x="494848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4" name="Google Shape;874;p6"/>
            <p:cNvCxnSpPr/>
            <p:nvPr/>
          </p:nvCxnSpPr>
          <p:spPr>
            <a:xfrm>
              <a:off x="50560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5" name="Google Shape;875;p6"/>
            <p:cNvCxnSpPr/>
            <p:nvPr/>
          </p:nvCxnSpPr>
          <p:spPr>
            <a:xfrm>
              <a:off x="516361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6" name="Google Shape;876;p6"/>
            <p:cNvCxnSpPr/>
            <p:nvPr/>
          </p:nvCxnSpPr>
          <p:spPr>
            <a:xfrm>
              <a:off x="52711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7" name="Google Shape;877;p6"/>
            <p:cNvCxnSpPr/>
            <p:nvPr/>
          </p:nvCxnSpPr>
          <p:spPr>
            <a:xfrm>
              <a:off x="5378740"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78" name="Google Shape;878;p6"/>
            <p:cNvCxnSpPr/>
            <p:nvPr/>
          </p:nvCxnSpPr>
          <p:spPr>
            <a:xfrm>
              <a:off x="602412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79" name="Google Shape;879;p6"/>
            <p:cNvCxnSpPr/>
            <p:nvPr/>
          </p:nvCxnSpPr>
          <p:spPr>
            <a:xfrm>
              <a:off x="613168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6"/>
            <p:cNvCxnSpPr/>
            <p:nvPr/>
          </p:nvCxnSpPr>
          <p:spPr>
            <a:xfrm>
              <a:off x="62392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6"/>
            <p:cNvCxnSpPr/>
            <p:nvPr/>
          </p:nvCxnSpPr>
          <p:spPr>
            <a:xfrm>
              <a:off x="634681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6"/>
            <p:cNvCxnSpPr/>
            <p:nvPr/>
          </p:nvCxnSpPr>
          <p:spPr>
            <a:xfrm>
              <a:off x="6454377"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83" name="Google Shape;883;p6"/>
            <p:cNvCxnSpPr/>
            <p:nvPr/>
          </p:nvCxnSpPr>
          <p:spPr>
            <a:xfrm>
              <a:off x="656194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4" name="Google Shape;884;p6"/>
            <p:cNvCxnSpPr/>
            <p:nvPr/>
          </p:nvCxnSpPr>
          <p:spPr>
            <a:xfrm>
              <a:off x="666950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5" name="Google Shape;885;p6"/>
            <p:cNvCxnSpPr/>
            <p:nvPr/>
          </p:nvCxnSpPr>
          <p:spPr>
            <a:xfrm>
              <a:off x="677706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6" name="Google Shape;886;p6"/>
            <p:cNvCxnSpPr/>
            <p:nvPr/>
          </p:nvCxnSpPr>
          <p:spPr>
            <a:xfrm>
              <a:off x="68846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7" name="Google Shape;887;p6"/>
            <p:cNvCxnSpPr/>
            <p:nvPr/>
          </p:nvCxnSpPr>
          <p:spPr>
            <a:xfrm>
              <a:off x="548630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8" name="Google Shape;888;p6"/>
            <p:cNvCxnSpPr/>
            <p:nvPr/>
          </p:nvCxnSpPr>
          <p:spPr>
            <a:xfrm>
              <a:off x="559386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89" name="Google Shape;889;p6"/>
            <p:cNvCxnSpPr/>
            <p:nvPr/>
          </p:nvCxnSpPr>
          <p:spPr>
            <a:xfrm>
              <a:off x="57014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90" name="Google Shape;890;p6"/>
            <p:cNvCxnSpPr/>
            <p:nvPr/>
          </p:nvCxnSpPr>
          <p:spPr>
            <a:xfrm>
              <a:off x="580899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91" name="Google Shape;891;p6"/>
            <p:cNvCxnSpPr/>
            <p:nvPr/>
          </p:nvCxnSpPr>
          <p:spPr>
            <a:xfrm>
              <a:off x="5916558"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92" name="Google Shape;892;p6"/>
            <p:cNvCxnSpPr/>
            <p:nvPr/>
          </p:nvCxnSpPr>
          <p:spPr>
            <a:xfrm>
              <a:off x="709975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93" name="Google Shape;893;p6"/>
            <p:cNvCxnSpPr/>
            <p:nvPr/>
          </p:nvCxnSpPr>
          <p:spPr>
            <a:xfrm>
              <a:off x="699219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894" name="Google Shape;894;p6"/>
            <p:cNvCxnSpPr/>
            <p:nvPr/>
          </p:nvCxnSpPr>
          <p:spPr>
            <a:xfrm>
              <a:off x="720732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95" name="Google Shape;895;p6"/>
            <p:cNvCxnSpPr/>
            <p:nvPr/>
          </p:nvCxnSpPr>
          <p:spPr>
            <a:xfrm>
              <a:off x="731488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96" name="Google Shape;896;p6"/>
            <p:cNvCxnSpPr/>
            <p:nvPr/>
          </p:nvCxnSpPr>
          <p:spPr>
            <a:xfrm>
              <a:off x="742245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897" name="Google Shape;897;p6"/>
            <p:cNvCxnSpPr/>
            <p:nvPr/>
          </p:nvCxnSpPr>
          <p:spPr>
            <a:xfrm>
              <a:off x="7637577"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898" name="Google Shape;898;p6"/>
            <p:cNvCxnSpPr/>
            <p:nvPr/>
          </p:nvCxnSpPr>
          <p:spPr>
            <a:xfrm>
              <a:off x="7745141"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899" name="Google Shape;899;p6"/>
            <p:cNvCxnSpPr/>
            <p:nvPr/>
          </p:nvCxnSpPr>
          <p:spPr>
            <a:xfrm>
              <a:off x="7852704"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00" name="Google Shape;900;p6"/>
            <p:cNvCxnSpPr/>
            <p:nvPr/>
          </p:nvCxnSpPr>
          <p:spPr>
            <a:xfrm>
              <a:off x="7960268"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01" name="Google Shape;901;p6"/>
            <p:cNvCxnSpPr/>
            <p:nvPr/>
          </p:nvCxnSpPr>
          <p:spPr>
            <a:xfrm>
              <a:off x="8067832" y="-6009"/>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902" name="Google Shape;902;p6"/>
            <p:cNvCxnSpPr/>
            <p:nvPr/>
          </p:nvCxnSpPr>
          <p:spPr>
            <a:xfrm>
              <a:off x="8175395"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03" name="Google Shape;903;p6"/>
            <p:cNvCxnSpPr/>
            <p:nvPr/>
          </p:nvCxnSpPr>
          <p:spPr>
            <a:xfrm>
              <a:off x="8282959"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04" name="Google Shape;904;p6"/>
            <p:cNvCxnSpPr/>
            <p:nvPr/>
          </p:nvCxnSpPr>
          <p:spPr>
            <a:xfrm>
              <a:off x="8390523"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05" name="Google Shape;905;p6"/>
            <p:cNvCxnSpPr/>
            <p:nvPr/>
          </p:nvCxnSpPr>
          <p:spPr>
            <a:xfrm>
              <a:off x="8498086"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06" name="Google Shape;906;p6"/>
            <p:cNvCxnSpPr/>
            <p:nvPr/>
          </p:nvCxnSpPr>
          <p:spPr>
            <a:xfrm>
              <a:off x="8605650" y="-516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07" name="Google Shape;907;p6"/>
            <p:cNvCxnSpPr/>
            <p:nvPr/>
          </p:nvCxnSpPr>
          <p:spPr>
            <a:xfrm>
              <a:off x="8713206"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908" name="Google Shape;908;p6"/>
            <p:cNvCxnSpPr/>
            <p:nvPr/>
          </p:nvCxnSpPr>
          <p:spPr>
            <a:xfrm>
              <a:off x="8820769"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909" name="Google Shape;909;p6"/>
            <p:cNvCxnSpPr/>
            <p:nvPr/>
          </p:nvCxnSpPr>
          <p:spPr>
            <a:xfrm>
              <a:off x="8928333"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910" name="Google Shape;910;p6"/>
            <p:cNvCxnSpPr/>
            <p:nvPr/>
          </p:nvCxnSpPr>
          <p:spPr>
            <a:xfrm>
              <a:off x="9035896"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911" name="Google Shape;911;p6"/>
            <p:cNvCxnSpPr/>
            <p:nvPr/>
          </p:nvCxnSpPr>
          <p:spPr>
            <a:xfrm>
              <a:off x="7530013" y="-5275"/>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12" name="Google Shape;912;p6"/>
            <p:cNvCxnSpPr/>
            <p:nvPr/>
          </p:nvCxnSpPr>
          <p:spPr>
            <a:xfrm>
              <a:off x="560" y="-6016"/>
              <a:ext cx="0" cy="5155500"/>
            </a:xfrm>
            <a:prstGeom prst="straightConnector1">
              <a:avLst/>
            </a:prstGeom>
            <a:noFill/>
            <a:ln w="19050" cap="flat" cmpd="sng">
              <a:solidFill>
                <a:schemeClr val="dk2"/>
              </a:solidFill>
              <a:prstDash val="solid"/>
              <a:round/>
              <a:headEnd type="none" w="med" len="med"/>
              <a:tailEnd type="none" w="med" len="med"/>
            </a:ln>
          </p:spPr>
        </p:cxnSp>
        <p:cxnSp>
          <p:nvCxnSpPr>
            <p:cNvPr id="913" name="Google Shape;913;p6"/>
            <p:cNvCxnSpPr/>
            <p:nvPr/>
          </p:nvCxnSpPr>
          <p:spPr>
            <a:xfrm>
              <a:off x="53837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14" name="Google Shape;914;p6"/>
            <p:cNvCxnSpPr/>
            <p:nvPr/>
          </p:nvCxnSpPr>
          <p:spPr>
            <a:xfrm>
              <a:off x="6459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15" name="Google Shape;915;p6"/>
            <p:cNvCxnSpPr/>
            <p:nvPr/>
          </p:nvCxnSpPr>
          <p:spPr>
            <a:xfrm>
              <a:off x="75350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6"/>
            <p:cNvCxnSpPr/>
            <p:nvPr/>
          </p:nvCxnSpPr>
          <p:spPr>
            <a:xfrm>
              <a:off x="86106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6"/>
            <p:cNvCxnSpPr/>
            <p:nvPr/>
          </p:nvCxnSpPr>
          <p:spPr>
            <a:xfrm>
              <a:off x="96863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6"/>
            <p:cNvCxnSpPr/>
            <p:nvPr/>
          </p:nvCxnSpPr>
          <p:spPr>
            <a:xfrm>
              <a:off x="1076193"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19" name="Google Shape;919;p6"/>
            <p:cNvCxnSpPr/>
            <p:nvPr/>
          </p:nvCxnSpPr>
          <p:spPr>
            <a:xfrm>
              <a:off x="118375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0" name="Google Shape;920;p6"/>
            <p:cNvCxnSpPr/>
            <p:nvPr/>
          </p:nvCxnSpPr>
          <p:spPr>
            <a:xfrm>
              <a:off x="12913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1" name="Google Shape;921;p6"/>
            <p:cNvCxnSpPr/>
            <p:nvPr/>
          </p:nvCxnSpPr>
          <p:spPr>
            <a:xfrm>
              <a:off x="139888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2" name="Google Shape;922;p6"/>
            <p:cNvCxnSpPr/>
            <p:nvPr/>
          </p:nvCxnSpPr>
          <p:spPr>
            <a:xfrm>
              <a:off x="150644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6"/>
            <p:cNvCxnSpPr/>
            <p:nvPr/>
          </p:nvCxnSpPr>
          <p:spPr>
            <a:xfrm>
              <a:off x="1614012"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24" name="Google Shape;924;p6"/>
            <p:cNvCxnSpPr/>
            <p:nvPr/>
          </p:nvCxnSpPr>
          <p:spPr>
            <a:xfrm>
              <a:off x="172157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5" name="Google Shape;925;p6"/>
            <p:cNvCxnSpPr/>
            <p:nvPr/>
          </p:nvCxnSpPr>
          <p:spPr>
            <a:xfrm>
              <a:off x="18291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6" name="Google Shape;926;p6"/>
            <p:cNvCxnSpPr/>
            <p:nvPr/>
          </p:nvCxnSpPr>
          <p:spPr>
            <a:xfrm>
              <a:off x="193670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7" name="Google Shape;927;p6"/>
            <p:cNvCxnSpPr/>
            <p:nvPr/>
          </p:nvCxnSpPr>
          <p:spPr>
            <a:xfrm>
              <a:off x="204426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28" name="Google Shape;928;p6"/>
            <p:cNvCxnSpPr/>
            <p:nvPr/>
          </p:nvCxnSpPr>
          <p:spPr>
            <a:xfrm>
              <a:off x="2151830"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29" name="Google Shape;929;p6"/>
            <p:cNvCxnSpPr/>
            <p:nvPr/>
          </p:nvCxnSpPr>
          <p:spPr>
            <a:xfrm>
              <a:off x="22593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0" name="Google Shape;930;p6"/>
            <p:cNvCxnSpPr/>
            <p:nvPr/>
          </p:nvCxnSpPr>
          <p:spPr>
            <a:xfrm>
              <a:off x="236695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1" name="Google Shape;931;p6"/>
            <p:cNvCxnSpPr/>
            <p:nvPr/>
          </p:nvCxnSpPr>
          <p:spPr>
            <a:xfrm>
              <a:off x="24745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2" name="Google Shape;932;p6"/>
            <p:cNvCxnSpPr/>
            <p:nvPr/>
          </p:nvCxnSpPr>
          <p:spPr>
            <a:xfrm>
              <a:off x="258208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3" name="Google Shape;933;p6"/>
            <p:cNvCxnSpPr/>
            <p:nvPr/>
          </p:nvCxnSpPr>
          <p:spPr>
            <a:xfrm>
              <a:off x="2689648"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34" name="Google Shape;934;p6"/>
            <p:cNvCxnSpPr/>
            <p:nvPr/>
          </p:nvCxnSpPr>
          <p:spPr>
            <a:xfrm>
              <a:off x="279721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5" name="Google Shape;935;p6"/>
            <p:cNvCxnSpPr/>
            <p:nvPr/>
          </p:nvCxnSpPr>
          <p:spPr>
            <a:xfrm>
              <a:off x="29047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6" name="Google Shape;936;p6"/>
            <p:cNvCxnSpPr/>
            <p:nvPr/>
          </p:nvCxnSpPr>
          <p:spPr>
            <a:xfrm>
              <a:off x="30123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7" name="Google Shape;937;p6"/>
            <p:cNvCxnSpPr/>
            <p:nvPr/>
          </p:nvCxnSpPr>
          <p:spPr>
            <a:xfrm>
              <a:off x="311990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38" name="Google Shape;938;p6"/>
            <p:cNvCxnSpPr/>
            <p:nvPr/>
          </p:nvCxnSpPr>
          <p:spPr>
            <a:xfrm>
              <a:off x="3227467"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39" name="Google Shape;939;p6"/>
            <p:cNvCxnSpPr/>
            <p:nvPr/>
          </p:nvCxnSpPr>
          <p:spPr>
            <a:xfrm>
              <a:off x="333503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0" name="Google Shape;940;p6"/>
            <p:cNvCxnSpPr/>
            <p:nvPr/>
          </p:nvCxnSpPr>
          <p:spPr>
            <a:xfrm>
              <a:off x="34425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1" name="Google Shape;941;p6"/>
            <p:cNvCxnSpPr/>
            <p:nvPr/>
          </p:nvCxnSpPr>
          <p:spPr>
            <a:xfrm>
              <a:off x="355015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2" name="Google Shape;942;p6"/>
            <p:cNvCxnSpPr/>
            <p:nvPr/>
          </p:nvCxnSpPr>
          <p:spPr>
            <a:xfrm>
              <a:off x="36577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3" name="Google Shape;943;p6"/>
            <p:cNvCxnSpPr/>
            <p:nvPr/>
          </p:nvCxnSpPr>
          <p:spPr>
            <a:xfrm>
              <a:off x="376528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44" name="Google Shape;944;p6"/>
            <p:cNvCxnSpPr/>
            <p:nvPr/>
          </p:nvCxnSpPr>
          <p:spPr>
            <a:xfrm>
              <a:off x="38728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5" name="Google Shape;945;p6"/>
            <p:cNvCxnSpPr/>
            <p:nvPr/>
          </p:nvCxnSpPr>
          <p:spPr>
            <a:xfrm>
              <a:off x="398041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6" name="Google Shape;946;p6"/>
            <p:cNvCxnSpPr/>
            <p:nvPr/>
          </p:nvCxnSpPr>
          <p:spPr>
            <a:xfrm>
              <a:off x="40879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7" name="Google Shape;947;p6"/>
            <p:cNvCxnSpPr/>
            <p:nvPr/>
          </p:nvCxnSpPr>
          <p:spPr>
            <a:xfrm>
              <a:off x="419554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6"/>
            <p:cNvCxnSpPr/>
            <p:nvPr/>
          </p:nvCxnSpPr>
          <p:spPr>
            <a:xfrm>
              <a:off x="4303103"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49" name="Google Shape;949;p6"/>
            <p:cNvCxnSpPr/>
            <p:nvPr/>
          </p:nvCxnSpPr>
          <p:spPr>
            <a:xfrm>
              <a:off x="441066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0" name="Google Shape;950;p6"/>
            <p:cNvCxnSpPr/>
            <p:nvPr/>
          </p:nvCxnSpPr>
          <p:spPr>
            <a:xfrm>
              <a:off x="45182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1" name="Google Shape;951;p6"/>
            <p:cNvCxnSpPr/>
            <p:nvPr/>
          </p:nvCxnSpPr>
          <p:spPr>
            <a:xfrm>
              <a:off x="46257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2" name="Google Shape;952;p6"/>
            <p:cNvCxnSpPr/>
            <p:nvPr/>
          </p:nvCxnSpPr>
          <p:spPr>
            <a:xfrm>
              <a:off x="473335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3" name="Google Shape;953;p6"/>
            <p:cNvCxnSpPr/>
            <p:nvPr/>
          </p:nvCxnSpPr>
          <p:spPr>
            <a:xfrm>
              <a:off x="4840922"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54" name="Google Shape;954;p6"/>
            <p:cNvCxnSpPr/>
            <p:nvPr/>
          </p:nvCxnSpPr>
          <p:spPr>
            <a:xfrm>
              <a:off x="494848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5" name="Google Shape;955;p6"/>
            <p:cNvCxnSpPr/>
            <p:nvPr/>
          </p:nvCxnSpPr>
          <p:spPr>
            <a:xfrm>
              <a:off x="50560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6" name="Google Shape;956;p6"/>
            <p:cNvCxnSpPr/>
            <p:nvPr/>
          </p:nvCxnSpPr>
          <p:spPr>
            <a:xfrm>
              <a:off x="516361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7" name="Google Shape;957;p6"/>
            <p:cNvCxnSpPr/>
            <p:nvPr/>
          </p:nvCxnSpPr>
          <p:spPr>
            <a:xfrm>
              <a:off x="52711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58" name="Google Shape;958;p6"/>
            <p:cNvCxnSpPr/>
            <p:nvPr/>
          </p:nvCxnSpPr>
          <p:spPr>
            <a:xfrm>
              <a:off x="5378740"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59" name="Google Shape;959;p6"/>
            <p:cNvCxnSpPr/>
            <p:nvPr/>
          </p:nvCxnSpPr>
          <p:spPr>
            <a:xfrm>
              <a:off x="602412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0" name="Google Shape;960;p6"/>
            <p:cNvCxnSpPr/>
            <p:nvPr/>
          </p:nvCxnSpPr>
          <p:spPr>
            <a:xfrm>
              <a:off x="613168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1" name="Google Shape;961;p6"/>
            <p:cNvCxnSpPr/>
            <p:nvPr/>
          </p:nvCxnSpPr>
          <p:spPr>
            <a:xfrm>
              <a:off x="62392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2" name="Google Shape;962;p6"/>
            <p:cNvCxnSpPr/>
            <p:nvPr/>
          </p:nvCxnSpPr>
          <p:spPr>
            <a:xfrm>
              <a:off x="634681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3" name="Google Shape;963;p6"/>
            <p:cNvCxnSpPr/>
            <p:nvPr/>
          </p:nvCxnSpPr>
          <p:spPr>
            <a:xfrm>
              <a:off x="6454377"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64" name="Google Shape;964;p6"/>
            <p:cNvCxnSpPr/>
            <p:nvPr/>
          </p:nvCxnSpPr>
          <p:spPr>
            <a:xfrm>
              <a:off x="656194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5" name="Google Shape;965;p6"/>
            <p:cNvCxnSpPr/>
            <p:nvPr/>
          </p:nvCxnSpPr>
          <p:spPr>
            <a:xfrm>
              <a:off x="666950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6" name="Google Shape;966;p6"/>
            <p:cNvCxnSpPr/>
            <p:nvPr/>
          </p:nvCxnSpPr>
          <p:spPr>
            <a:xfrm>
              <a:off x="677706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7" name="Google Shape;967;p6"/>
            <p:cNvCxnSpPr/>
            <p:nvPr/>
          </p:nvCxnSpPr>
          <p:spPr>
            <a:xfrm>
              <a:off x="68846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8" name="Google Shape;968;p6"/>
            <p:cNvCxnSpPr/>
            <p:nvPr/>
          </p:nvCxnSpPr>
          <p:spPr>
            <a:xfrm>
              <a:off x="548630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69" name="Google Shape;969;p6"/>
            <p:cNvCxnSpPr/>
            <p:nvPr/>
          </p:nvCxnSpPr>
          <p:spPr>
            <a:xfrm>
              <a:off x="559386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0" name="Google Shape;970;p6"/>
            <p:cNvCxnSpPr/>
            <p:nvPr/>
          </p:nvCxnSpPr>
          <p:spPr>
            <a:xfrm>
              <a:off x="57014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1" name="Google Shape;971;p6"/>
            <p:cNvCxnSpPr/>
            <p:nvPr/>
          </p:nvCxnSpPr>
          <p:spPr>
            <a:xfrm>
              <a:off x="580899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2" name="Google Shape;972;p6"/>
            <p:cNvCxnSpPr/>
            <p:nvPr/>
          </p:nvCxnSpPr>
          <p:spPr>
            <a:xfrm>
              <a:off x="5916558"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73" name="Google Shape;973;p6"/>
            <p:cNvCxnSpPr/>
            <p:nvPr/>
          </p:nvCxnSpPr>
          <p:spPr>
            <a:xfrm>
              <a:off x="709975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4" name="Google Shape;974;p6"/>
            <p:cNvCxnSpPr/>
            <p:nvPr/>
          </p:nvCxnSpPr>
          <p:spPr>
            <a:xfrm>
              <a:off x="699219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75" name="Google Shape;975;p6"/>
            <p:cNvCxnSpPr/>
            <p:nvPr/>
          </p:nvCxnSpPr>
          <p:spPr>
            <a:xfrm>
              <a:off x="720732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6" name="Google Shape;976;p6"/>
            <p:cNvCxnSpPr/>
            <p:nvPr/>
          </p:nvCxnSpPr>
          <p:spPr>
            <a:xfrm>
              <a:off x="731488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7" name="Google Shape;977;p6"/>
            <p:cNvCxnSpPr/>
            <p:nvPr/>
          </p:nvCxnSpPr>
          <p:spPr>
            <a:xfrm>
              <a:off x="742245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978" name="Google Shape;978;p6"/>
            <p:cNvCxnSpPr/>
            <p:nvPr/>
          </p:nvCxnSpPr>
          <p:spPr>
            <a:xfrm>
              <a:off x="7637577"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79" name="Google Shape;979;p6"/>
            <p:cNvCxnSpPr/>
            <p:nvPr/>
          </p:nvCxnSpPr>
          <p:spPr>
            <a:xfrm>
              <a:off x="7745141"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0" name="Google Shape;980;p6"/>
            <p:cNvCxnSpPr/>
            <p:nvPr/>
          </p:nvCxnSpPr>
          <p:spPr>
            <a:xfrm>
              <a:off x="7852704"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1" name="Google Shape;981;p6"/>
            <p:cNvCxnSpPr/>
            <p:nvPr/>
          </p:nvCxnSpPr>
          <p:spPr>
            <a:xfrm>
              <a:off x="7960268"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2" name="Google Shape;982;p6"/>
            <p:cNvCxnSpPr/>
            <p:nvPr/>
          </p:nvCxnSpPr>
          <p:spPr>
            <a:xfrm>
              <a:off x="8067832" y="4715866"/>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983" name="Google Shape;983;p6"/>
            <p:cNvCxnSpPr/>
            <p:nvPr/>
          </p:nvCxnSpPr>
          <p:spPr>
            <a:xfrm>
              <a:off x="8175395"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4" name="Google Shape;984;p6"/>
            <p:cNvCxnSpPr/>
            <p:nvPr/>
          </p:nvCxnSpPr>
          <p:spPr>
            <a:xfrm>
              <a:off x="8282959"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5" name="Google Shape;985;p6"/>
            <p:cNvCxnSpPr/>
            <p:nvPr/>
          </p:nvCxnSpPr>
          <p:spPr>
            <a:xfrm>
              <a:off x="8390523"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6" name="Google Shape;986;p6"/>
            <p:cNvCxnSpPr/>
            <p:nvPr/>
          </p:nvCxnSpPr>
          <p:spPr>
            <a:xfrm>
              <a:off x="8498086"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987" name="Google Shape;987;p6"/>
            <p:cNvCxnSpPr/>
            <p:nvPr/>
          </p:nvCxnSpPr>
          <p:spPr>
            <a:xfrm>
              <a:off x="8605650" y="471671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88" name="Google Shape;988;p6"/>
            <p:cNvCxnSpPr/>
            <p:nvPr/>
          </p:nvCxnSpPr>
          <p:spPr>
            <a:xfrm>
              <a:off x="7530013" y="4716600"/>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989" name="Google Shape;989;p6"/>
            <p:cNvCxnSpPr/>
            <p:nvPr/>
          </p:nvCxnSpPr>
          <p:spPr>
            <a:xfrm>
              <a:off x="8606000" y="4179829"/>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990" name="Google Shape;990;p6"/>
            <p:cNvCxnSpPr/>
            <p:nvPr/>
          </p:nvCxnSpPr>
          <p:spPr>
            <a:xfrm>
              <a:off x="8606000" y="3107776"/>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991" name="Google Shape;991;p6"/>
            <p:cNvCxnSpPr/>
            <p:nvPr/>
          </p:nvCxnSpPr>
          <p:spPr>
            <a:xfrm>
              <a:off x="8606000" y="2035724"/>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992" name="Google Shape;992;p6"/>
            <p:cNvCxnSpPr/>
            <p:nvPr/>
          </p:nvCxnSpPr>
          <p:spPr>
            <a:xfrm>
              <a:off x="8606000" y="963671"/>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993" name="Google Shape;993;p6"/>
            <p:cNvCxnSpPr/>
            <p:nvPr/>
          </p:nvCxnSpPr>
          <p:spPr>
            <a:xfrm>
              <a:off x="8606000" y="42870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6"/>
            <p:cNvCxnSpPr/>
            <p:nvPr/>
          </p:nvCxnSpPr>
          <p:spPr>
            <a:xfrm>
              <a:off x="8606000" y="43942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6"/>
            <p:cNvCxnSpPr/>
            <p:nvPr/>
          </p:nvCxnSpPr>
          <p:spPr>
            <a:xfrm>
              <a:off x="8606000" y="45014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996" name="Google Shape;996;p6"/>
            <p:cNvCxnSpPr/>
            <p:nvPr/>
          </p:nvCxnSpPr>
          <p:spPr>
            <a:xfrm>
              <a:off x="8606000" y="46086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997" name="Google Shape;997;p6"/>
            <p:cNvCxnSpPr/>
            <p:nvPr/>
          </p:nvCxnSpPr>
          <p:spPr>
            <a:xfrm>
              <a:off x="8606000" y="37510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998" name="Google Shape;998;p6"/>
            <p:cNvCxnSpPr/>
            <p:nvPr/>
          </p:nvCxnSpPr>
          <p:spPr>
            <a:xfrm>
              <a:off x="8606000" y="38582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999" name="Google Shape;999;p6"/>
            <p:cNvCxnSpPr/>
            <p:nvPr/>
          </p:nvCxnSpPr>
          <p:spPr>
            <a:xfrm>
              <a:off x="8606000" y="39654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0" name="Google Shape;1000;p6"/>
            <p:cNvCxnSpPr/>
            <p:nvPr/>
          </p:nvCxnSpPr>
          <p:spPr>
            <a:xfrm>
              <a:off x="8606000" y="407262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1" name="Google Shape;1001;p6"/>
            <p:cNvCxnSpPr/>
            <p:nvPr/>
          </p:nvCxnSpPr>
          <p:spPr>
            <a:xfrm>
              <a:off x="8606000" y="3643803"/>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002" name="Google Shape;1002;p6"/>
            <p:cNvCxnSpPr/>
            <p:nvPr/>
          </p:nvCxnSpPr>
          <p:spPr>
            <a:xfrm>
              <a:off x="8606000" y="32149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3" name="Google Shape;1003;p6"/>
            <p:cNvCxnSpPr/>
            <p:nvPr/>
          </p:nvCxnSpPr>
          <p:spPr>
            <a:xfrm>
              <a:off x="8606000" y="33221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4" name="Google Shape;1004;p6"/>
            <p:cNvCxnSpPr/>
            <p:nvPr/>
          </p:nvCxnSpPr>
          <p:spPr>
            <a:xfrm>
              <a:off x="8606000" y="34293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5" name="Google Shape;1005;p6"/>
            <p:cNvCxnSpPr/>
            <p:nvPr/>
          </p:nvCxnSpPr>
          <p:spPr>
            <a:xfrm>
              <a:off x="8606000" y="353659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6" name="Google Shape;1006;p6"/>
            <p:cNvCxnSpPr/>
            <p:nvPr/>
          </p:nvCxnSpPr>
          <p:spPr>
            <a:xfrm>
              <a:off x="8606000" y="26789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7" name="Google Shape;1007;p6"/>
            <p:cNvCxnSpPr/>
            <p:nvPr/>
          </p:nvCxnSpPr>
          <p:spPr>
            <a:xfrm>
              <a:off x="8606000" y="27861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8" name="Google Shape;1008;p6"/>
            <p:cNvCxnSpPr/>
            <p:nvPr/>
          </p:nvCxnSpPr>
          <p:spPr>
            <a:xfrm>
              <a:off x="8606000" y="28933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09" name="Google Shape;1009;p6"/>
            <p:cNvCxnSpPr/>
            <p:nvPr/>
          </p:nvCxnSpPr>
          <p:spPr>
            <a:xfrm>
              <a:off x="8606000" y="300057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0" name="Google Shape;1010;p6"/>
            <p:cNvCxnSpPr/>
            <p:nvPr/>
          </p:nvCxnSpPr>
          <p:spPr>
            <a:xfrm>
              <a:off x="8606000" y="2571750"/>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011" name="Google Shape;1011;p6"/>
            <p:cNvCxnSpPr/>
            <p:nvPr/>
          </p:nvCxnSpPr>
          <p:spPr>
            <a:xfrm>
              <a:off x="8606000" y="214292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2" name="Google Shape;1012;p6"/>
            <p:cNvCxnSpPr/>
            <p:nvPr/>
          </p:nvCxnSpPr>
          <p:spPr>
            <a:xfrm>
              <a:off x="8606000" y="22501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3" name="Google Shape;1013;p6"/>
            <p:cNvCxnSpPr/>
            <p:nvPr/>
          </p:nvCxnSpPr>
          <p:spPr>
            <a:xfrm>
              <a:off x="8606000" y="23573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4" name="Google Shape;1014;p6"/>
            <p:cNvCxnSpPr/>
            <p:nvPr/>
          </p:nvCxnSpPr>
          <p:spPr>
            <a:xfrm>
              <a:off x="8606000" y="24645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5" name="Google Shape;1015;p6"/>
            <p:cNvCxnSpPr/>
            <p:nvPr/>
          </p:nvCxnSpPr>
          <p:spPr>
            <a:xfrm>
              <a:off x="8606000" y="160690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6" name="Google Shape;1016;p6"/>
            <p:cNvCxnSpPr/>
            <p:nvPr/>
          </p:nvCxnSpPr>
          <p:spPr>
            <a:xfrm>
              <a:off x="8606000" y="17141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7" name="Google Shape;1017;p6"/>
            <p:cNvCxnSpPr/>
            <p:nvPr/>
          </p:nvCxnSpPr>
          <p:spPr>
            <a:xfrm>
              <a:off x="8606000" y="18213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8" name="Google Shape;1018;p6"/>
            <p:cNvCxnSpPr/>
            <p:nvPr/>
          </p:nvCxnSpPr>
          <p:spPr>
            <a:xfrm>
              <a:off x="8606000" y="19285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19" name="Google Shape;1019;p6"/>
            <p:cNvCxnSpPr/>
            <p:nvPr/>
          </p:nvCxnSpPr>
          <p:spPr>
            <a:xfrm>
              <a:off x="8606000" y="1499697"/>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020" name="Google Shape;1020;p6"/>
            <p:cNvCxnSpPr/>
            <p:nvPr/>
          </p:nvCxnSpPr>
          <p:spPr>
            <a:xfrm>
              <a:off x="8606000" y="107087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1" name="Google Shape;1021;p6"/>
            <p:cNvCxnSpPr/>
            <p:nvPr/>
          </p:nvCxnSpPr>
          <p:spPr>
            <a:xfrm>
              <a:off x="8606000" y="11780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2" name="Google Shape;1022;p6"/>
            <p:cNvCxnSpPr/>
            <p:nvPr/>
          </p:nvCxnSpPr>
          <p:spPr>
            <a:xfrm>
              <a:off x="8606000" y="12852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3" name="Google Shape;1023;p6"/>
            <p:cNvCxnSpPr/>
            <p:nvPr/>
          </p:nvCxnSpPr>
          <p:spPr>
            <a:xfrm>
              <a:off x="8606000" y="13924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4" name="Google Shape;1024;p6"/>
            <p:cNvCxnSpPr/>
            <p:nvPr/>
          </p:nvCxnSpPr>
          <p:spPr>
            <a:xfrm>
              <a:off x="8606000" y="5348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6"/>
            <p:cNvCxnSpPr/>
            <p:nvPr/>
          </p:nvCxnSpPr>
          <p:spPr>
            <a:xfrm>
              <a:off x="8606000" y="6420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6"/>
            <p:cNvCxnSpPr/>
            <p:nvPr/>
          </p:nvCxnSpPr>
          <p:spPr>
            <a:xfrm>
              <a:off x="8606000" y="7492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7" name="Google Shape;1027;p6"/>
            <p:cNvCxnSpPr/>
            <p:nvPr/>
          </p:nvCxnSpPr>
          <p:spPr>
            <a:xfrm>
              <a:off x="8606000" y="8564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028" name="Google Shape;1028;p6"/>
            <p:cNvCxnSpPr/>
            <p:nvPr/>
          </p:nvCxnSpPr>
          <p:spPr>
            <a:xfrm>
              <a:off x="9143460" y="-6016"/>
              <a:ext cx="0" cy="5155500"/>
            </a:xfrm>
            <a:prstGeom prst="straightConnector1">
              <a:avLst/>
            </a:prstGeom>
            <a:noFill/>
            <a:ln w="19050" cap="flat" cmpd="sng">
              <a:solidFill>
                <a:schemeClr val="dk2"/>
              </a:solidFill>
              <a:prstDash val="solid"/>
              <a:round/>
              <a:headEnd type="none" w="med" len="med"/>
              <a:tailEnd type="none" w="med" len="med"/>
            </a:ln>
          </p:spPr>
        </p:cxnSp>
      </p:grpSp>
      <p:grpSp>
        <p:nvGrpSpPr>
          <p:cNvPr id="1029" name="Google Shape;1029;p6"/>
          <p:cNvGrpSpPr/>
          <p:nvPr/>
        </p:nvGrpSpPr>
        <p:grpSpPr>
          <a:xfrm>
            <a:off x="501450" y="391025"/>
            <a:ext cx="8141100" cy="4361400"/>
            <a:chOff x="18728675" y="391025"/>
            <a:chExt cx="8141100" cy="4361400"/>
          </a:xfrm>
        </p:grpSpPr>
        <p:sp>
          <p:nvSpPr>
            <p:cNvPr id="1030" name="Google Shape;1030;p6"/>
            <p:cNvSpPr/>
            <p:nvPr/>
          </p:nvSpPr>
          <p:spPr>
            <a:xfrm>
              <a:off x="18728675" y="391025"/>
              <a:ext cx="8141100" cy="43614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6"/>
            <p:cNvSpPr/>
            <p:nvPr/>
          </p:nvSpPr>
          <p:spPr>
            <a:xfrm>
              <a:off x="18765875" y="427600"/>
              <a:ext cx="8067300" cy="42873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2" name="Google Shape;1032;p6"/>
          <p:cNvSpPr txBox="1">
            <a:spLocks noGrp="1"/>
          </p:cNvSpPr>
          <p:nvPr>
            <p:ph type="title"/>
          </p:nvPr>
        </p:nvSpPr>
        <p:spPr>
          <a:xfrm>
            <a:off x="537800" y="427625"/>
            <a:ext cx="8068200" cy="67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3"/>
        <p:cNvGrpSpPr/>
        <p:nvPr/>
      </p:nvGrpSpPr>
      <p:grpSpPr>
        <a:xfrm>
          <a:off x="0" y="0"/>
          <a:ext cx="0" cy="0"/>
          <a:chOff x="0" y="0"/>
          <a:chExt cx="0" cy="0"/>
        </a:xfrm>
      </p:grpSpPr>
      <p:grpSp>
        <p:nvGrpSpPr>
          <p:cNvPr id="1034" name="Google Shape;1034;p7"/>
          <p:cNvGrpSpPr/>
          <p:nvPr/>
        </p:nvGrpSpPr>
        <p:grpSpPr>
          <a:xfrm>
            <a:off x="0" y="-6017"/>
            <a:ext cx="9144000" cy="5155384"/>
            <a:chOff x="0" y="-6017"/>
            <a:chExt cx="9144000" cy="5155384"/>
          </a:xfrm>
        </p:grpSpPr>
        <p:cxnSp>
          <p:nvCxnSpPr>
            <p:cNvPr id="1035" name="Google Shape;1035;p7"/>
            <p:cNvCxnSpPr/>
            <p:nvPr/>
          </p:nvCxnSpPr>
          <p:spPr>
            <a:xfrm>
              <a:off x="0" y="427646"/>
              <a:ext cx="4905900" cy="0"/>
            </a:xfrm>
            <a:prstGeom prst="straightConnector1">
              <a:avLst/>
            </a:prstGeom>
            <a:noFill/>
            <a:ln w="19050" cap="flat" cmpd="sng">
              <a:solidFill>
                <a:schemeClr val="dk2"/>
              </a:solidFill>
              <a:prstDash val="solid"/>
              <a:round/>
              <a:headEnd type="none" w="med" len="med"/>
              <a:tailEnd type="none" w="med" len="med"/>
            </a:ln>
          </p:spPr>
        </p:cxnSp>
        <p:grpSp>
          <p:nvGrpSpPr>
            <p:cNvPr id="1036" name="Google Shape;1036;p7"/>
            <p:cNvGrpSpPr/>
            <p:nvPr/>
          </p:nvGrpSpPr>
          <p:grpSpPr>
            <a:xfrm>
              <a:off x="4410950" y="3550"/>
              <a:ext cx="322650" cy="5144005"/>
              <a:chOff x="142396" y="4712199"/>
              <a:chExt cx="322682" cy="435000"/>
            </a:xfrm>
          </p:grpSpPr>
          <p:cxnSp>
            <p:nvCxnSpPr>
              <p:cNvPr id="1037" name="Google Shape;1037;p7"/>
              <p:cNvCxnSpPr/>
              <p:nvPr/>
            </p:nvCxnSpPr>
            <p:spPr>
              <a:xfrm>
                <a:off x="142396" y="4712199"/>
                <a:ext cx="0" cy="435000"/>
              </a:xfrm>
              <a:prstGeom prst="straightConnector1">
                <a:avLst/>
              </a:prstGeom>
              <a:noFill/>
              <a:ln w="9525" cap="flat" cmpd="sng">
                <a:solidFill>
                  <a:schemeClr val="dk2"/>
                </a:solidFill>
                <a:prstDash val="solid"/>
                <a:round/>
                <a:headEnd type="none" w="med" len="med"/>
                <a:tailEnd type="none" w="med" len="med"/>
              </a:ln>
            </p:spPr>
          </p:cxnSp>
          <p:cxnSp>
            <p:nvCxnSpPr>
              <p:cNvPr id="1038" name="Google Shape;1038;p7"/>
              <p:cNvCxnSpPr/>
              <p:nvPr/>
            </p:nvCxnSpPr>
            <p:spPr>
              <a:xfrm>
                <a:off x="249957" y="4712199"/>
                <a:ext cx="0" cy="435000"/>
              </a:xfrm>
              <a:prstGeom prst="straightConnector1">
                <a:avLst/>
              </a:prstGeom>
              <a:noFill/>
              <a:ln w="9525" cap="flat" cmpd="sng">
                <a:solidFill>
                  <a:schemeClr val="dk2"/>
                </a:solidFill>
                <a:prstDash val="solid"/>
                <a:round/>
                <a:headEnd type="none" w="med" len="med"/>
                <a:tailEnd type="none" w="med" len="med"/>
              </a:ln>
            </p:spPr>
          </p:cxnSp>
          <p:cxnSp>
            <p:nvCxnSpPr>
              <p:cNvPr id="1039" name="Google Shape;1039;p7"/>
              <p:cNvCxnSpPr/>
              <p:nvPr/>
            </p:nvCxnSpPr>
            <p:spPr>
              <a:xfrm>
                <a:off x="357517" y="4712199"/>
                <a:ext cx="0" cy="435000"/>
              </a:xfrm>
              <a:prstGeom prst="straightConnector1">
                <a:avLst/>
              </a:prstGeom>
              <a:noFill/>
              <a:ln w="9525" cap="flat" cmpd="sng">
                <a:solidFill>
                  <a:schemeClr val="dk2"/>
                </a:solidFill>
                <a:prstDash val="solid"/>
                <a:round/>
                <a:headEnd type="none" w="med" len="med"/>
                <a:tailEnd type="none" w="med" len="med"/>
              </a:ln>
            </p:spPr>
          </p:cxnSp>
          <p:cxnSp>
            <p:nvCxnSpPr>
              <p:cNvPr id="1040" name="Google Shape;1040;p7"/>
              <p:cNvCxnSpPr/>
              <p:nvPr/>
            </p:nvCxnSpPr>
            <p:spPr>
              <a:xfrm>
                <a:off x="465078" y="4712199"/>
                <a:ext cx="0" cy="435000"/>
              </a:xfrm>
              <a:prstGeom prst="straightConnector1">
                <a:avLst/>
              </a:prstGeom>
              <a:noFill/>
              <a:ln w="9525" cap="flat" cmpd="sng">
                <a:solidFill>
                  <a:schemeClr val="dk2"/>
                </a:solidFill>
                <a:prstDash val="solid"/>
                <a:round/>
                <a:headEnd type="none" w="med" len="med"/>
                <a:tailEnd type="none" w="med" len="med"/>
              </a:ln>
            </p:spPr>
          </p:cxnSp>
        </p:grpSp>
        <p:grpSp>
          <p:nvGrpSpPr>
            <p:cNvPr id="1041" name="Google Shape;1041;p7"/>
            <p:cNvGrpSpPr/>
            <p:nvPr/>
          </p:nvGrpSpPr>
          <p:grpSpPr>
            <a:xfrm>
              <a:off x="4303200" y="-6017"/>
              <a:ext cx="4840800" cy="5155384"/>
              <a:chOff x="-537600" y="-6017"/>
              <a:chExt cx="4840800" cy="5155384"/>
            </a:xfrm>
          </p:grpSpPr>
          <p:cxnSp>
            <p:nvCxnSpPr>
              <p:cNvPr id="1042" name="Google Shape;1042;p7"/>
              <p:cNvCxnSpPr/>
              <p:nvPr/>
            </p:nvCxnSpPr>
            <p:spPr>
              <a:xfrm>
                <a:off x="3765275" y="4179829"/>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43" name="Google Shape;1043;p7"/>
              <p:cNvCxnSpPr/>
              <p:nvPr/>
            </p:nvCxnSpPr>
            <p:spPr>
              <a:xfrm>
                <a:off x="3765275" y="3107776"/>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44" name="Google Shape;1044;p7"/>
              <p:cNvCxnSpPr/>
              <p:nvPr/>
            </p:nvCxnSpPr>
            <p:spPr>
              <a:xfrm>
                <a:off x="3765275" y="2035724"/>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45" name="Google Shape;1045;p7"/>
              <p:cNvCxnSpPr/>
              <p:nvPr/>
            </p:nvCxnSpPr>
            <p:spPr>
              <a:xfrm>
                <a:off x="3765275" y="963671"/>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46" name="Google Shape;1046;p7"/>
              <p:cNvCxnSpPr/>
              <p:nvPr/>
            </p:nvCxnSpPr>
            <p:spPr>
              <a:xfrm>
                <a:off x="-537600" y="4823051"/>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47" name="Google Shape;1047;p7"/>
              <p:cNvCxnSpPr/>
              <p:nvPr/>
            </p:nvCxnSpPr>
            <p:spPr>
              <a:xfrm>
                <a:off x="-537600" y="4930256"/>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48" name="Google Shape;1048;p7"/>
              <p:cNvCxnSpPr/>
              <p:nvPr/>
            </p:nvCxnSpPr>
            <p:spPr>
              <a:xfrm>
                <a:off x="-537600" y="5037462"/>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49" name="Google Shape;1049;p7"/>
              <p:cNvCxnSpPr/>
              <p:nvPr/>
            </p:nvCxnSpPr>
            <p:spPr>
              <a:xfrm>
                <a:off x="-537600" y="5144667"/>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50" name="Google Shape;1050;p7"/>
              <p:cNvCxnSpPr/>
              <p:nvPr/>
            </p:nvCxnSpPr>
            <p:spPr>
              <a:xfrm>
                <a:off x="0" y="4715854"/>
                <a:ext cx="4303200" cy="0"/>
              </a:xfrm>
              <a:prstGeom prst="straightConnector1">
                <a:avLst/>
              </a:prstGeom>
              <a:noFill/>
              <a:ln w="19050" cap="flat" cmpd="sng">
                <a:solidFill>
                  <a:schemeClr val="dk2"/>
                </a:solidFill>
                <a:prstDash val="solid"/>
                <a:round/>
                <a:headEnd type="none" w="med" len="med"/>
                <a:tailEnd type="none" w="med" len="med"/>
              </a:ln>
            </p:spPr>
          </p:cxnSp>
          <p:cxnSp>
            <p:nvCxnSpPr>
              <p:cNvPr id="1051" name="Google Shape;1051;p7"/>
              <p:cNvCxnSpPr/>
              <p:nvPr/>
            </p:nvCxnSpPr>
            <p:spPr>
              <a:xfrm>
                <a:off x="3765275" y="4287034"/>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2" name="Google Shape;1052;p7"/>
              <p:cNvCxnSpPr/>
              <p:nvPr/>
            </p:nvCxnSpPr>
            <p:spPr>
              <a:xfrm>
                <a:off x="3765275" y="4394239"/>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3" name="Google Shape;1053;p7"/>
              <p:cNvCxnSpPr/>
              <p:nvPr/>
            </p:nvCxnSpPr>
            <p:spPr>
              <a:xfrm>
                <a:off x="3765275" y="450144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4" name="Google Shape;1054;p7"/>
              <p:cNvCxnSpPr/>
              <p:nvPr/>
            </p:nvCxnSpPr>
            <p:spPr>
              <a:xfrm>
                <a:off x="3765275" y="4608650"/>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5" name="Google Shape;1055;p7"/>
              <p:cNvCxnSpPr/>
              <p:nvPr/>
            </p:nvCxnSpPr>
            <p:spPr>
              <a:xfrm>
                <a:off x="3765275" y="375100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6" name="Google Shape;1056;p7"/>
              <p:cNvCxnSpPr/>
              <p:nvPr/>
            </p:nvCxnSpPr>
            <p:spPr>
              <a:xfrm>
                <a:off x="3765275" y="3858213"/>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7" name="Google Shape;1057;p7"/>
              <p:cNvCxnSpPr/>
              <p:nvPr/>
            </p:nvCxnSpPr>
            <p:spPr>
              <a:xfrm>
                <a:off x="3765275" y="396541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8" name="Google Shape;1058;p7"/>
              <p:cNvCxnSpPr/>
              <p:nvPr/>
            </p:nvCxnSpPr>
            <p:spPr>
              <a:xfrm>
                <a:off x="3765275" y="4072624"/>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59" name="Google Shape;1059;p7"/>
              <p:cNvCxnSpPr/>
              <p:nvPr/>
            </p:nvCxnSpPr>
            <p:spPr>
              <a:xfrm>
                <a:off x="3765275" y="3643803"/>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60" name="Google Shape;1060;p7"/>
              <p:cNvCxnSpPr/>
              <p:nvPr/>
            </p:nvCxnSpPr>
            <p:spPr>
              <a:xfrm>
                <a:off x="3765275" y="321498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1" name="Google Shape;1061;p7"/>
              <p:cNvCxnSpPr/>
              <p:nvPr/>
            </p:nvCxnSpPr>
            <p:spPr>
              <a:xfrm>
                <a:off x="3765275" y="3322187"/>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2" name="Google Shape;1062;p7"/>
              <p:cNvCxnSpPr/>
              <p:nvPr/>
            </p:nvCxnSpPr>
            <p:spPr>
              <a:xfrm>
                <a:off x="3765275" y="342939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3" name="Google Shape;1063;p7"/>
              <p:cNvCxnSpPr/>
              <p:nvPr/>
            </p:nvCxnSpPr>
            <p:spPr>
              <a:xfrm>
                <a:off x="3765275" y="3536597"/>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4" name="Google Shape;1064;p7"/>
              <p:cNvCxnSpPr/>
              <p:nvPr/>
            </p:nvCxnSpPr>
            <p:spPr>
              <a:xfrm>
                <a:off x="3765275" y="267895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5" name="Google Shape;1065;p7"/>
              <p:cNvCxnSpPr/>
              <p:nvPr/>
            </p:nvCxnSpPr>
            <p:spPr>
              <a:xfrm>
                <a:off x="3765275" y="2786161"/>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7"/>
              <p:cNvCxnSpPr/>
              <p:nvPr/>
            </p:nvCxnSpPr>
            <p:spPr>
              <a:xfrm>
                <a:off x="3765275" y="2893366"/>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7" name="Google Shape;1067;p7"/>
              <p:cNvCxnSpPr/>
              <p:nvPr/>
            </p:nvCxnSpPr>
            <p:spPr>
              <a:xfrm>
                <a:off x="3765275" y="3000571"/>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68" name="Google Shape;1068;p7"/>
              <p:cNvCxnSpPr/>
              <p:nvPr/>
            </p:nvCxnSpPr>
            <p:spPr>
              <a:xfrm>
                <a:off x="3765275" y="2571750"/>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69" name="Google Shape;1069;p7"/>
              <p:cNvCxnSpPr/>
              <p:nvPr/>
            </p:nvCxnSpPr>
            <p:spPr>
              <a:xfrm>
                <a:off x="3765275" y="2142929"/>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0" name="Google Shape;1070;p7"/>
              <p:cNvCxnSpPr/>
              <p:nvPr/>
            </p:nvCxnSpPr>
            <p:spPr>
              <a:xfrm>
                <a:off x="3765275" y="2250134"/>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1" name="Google Shape;1071;p7"/>
              <p:cNvCxnSpPr/>
              <p:nvPr/>
            </p:nvCxnSpPr>
            <p:spPr>
              <a:xfrm>
                <a:off x="3765275" y="2357339"/>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2" name="Google Shape;1072;p7"/>
              <p:cNvCxnSpPr/>
              <p:nvPr/>
            </p:nvCxnSpPr>
            <p:spPr>
              <a:xfrm>
                <a:off x="3765275" y="246454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3" name="Google Shape;1073;p7"/>
              <p:cNvCxnSpPr/>
              <p:nvPr/>
            </p:nvCxnSpPr>
            <p:spPr>
              <a:xfrm>
                <a:off x="3765275" y="1606903"/>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4" name="Google Shape;1074;p7"/>
              <p:cNvCxnSpPr/>
              <p:nvPr/>
            </p:nvCxnSpPr>
            <p:spPr>
              <a:xfrm>
                <a:off x="3765275" y="171410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5" name="Google Shape;1075;p7"/>
              <p:cNvCxnSpPr/>
              <p:nvPr/>
            </p:nvCxnSpPr>
            <p:spPr>
              <a:xfrm>
                <a:off x="3765275" y="1821313"/>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6" name="Google Shape;1076;p7"/>
              <p:cNvCxnSpPr/>
              <p:nvPr/>
            </p:nvCxnSpPr>
            <p:spPr>
              <a:xfrm>
                <a:off x="3765275" y="1928518"/>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7" name="Google Shape;1077;p7"/>
              <p:cNvCxnSpPr/>
              <p:nvPr/>
            </p:nvCxnSpPr>
            <p:spPr>
              <a:xfrm>
                <a:off x="3765275" y="1499697"/>
                <a:ext cx="537900" cy="0"/>
              </a:xfrm>
              <a:prstGeom prst="straightConnector1">
                <a:avLst/>
              </a:prstGeom>
              <a:noFill/>
              <a:ln w="19050" cap="flat" cmpd="sng">
                <a:solidFill>
                  <a:schemeClr val="dk2"/>
                </a:solidFill>
                <a:prstDash val="solid"/>
                <a:round/>
                <a:headEnd type="none" w="med" len="med"/>
                <a:tailEnd type="none" w="med" len="med"/>
              </a:ln>
            </p:spPr>
          </p:cxnSp>
          <p:cxnSp>
            <p:nvCxnSpPr>
              <p:cNvPr id="1078" name="Google Shape;1078;p7"/>
              <p:cNvCxnSpPr/>
              <p:nvPr/>
            </p:nvCxnSpPr>
            <p:spPr>
              <a:xfrm>
                <a:off x="3765275" y="1070876"/>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79" name="Google Shape;1079;p7"/>
              <p:cNvCxnSpPr/>
              <p:nvPr/>
            </p:nvCxnSpPr>
            <p:spPr>
              <a:xfrm>
                <a:off x="3765275" y="117808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0" name="Google Shape;1080;p7"/>
              <p:cNvCxnSpPr/>
              <p:nvPr/>
            </p:nvCxnSpPr>
            <p:spPr>
              <a:xfrm>
                <a:off x="3765275" y="1285287"/>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1" name="Google Shape;1081;p7"/>
              <p:cNvCxnSpPr/>
              <p:nvPr/>
            </p:nvCxnSpPr>
            <p:spPr>
              <a:xfrm>
                <a:off x="3765275" y="1392492"/>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2" name="Google Shape;1082;p7"/>
              <p:cNvCxnSpPr/>
              <p:nvPr/>
            </p:nvCxnSpPr>
            <p:spPr>
              <a:xfrm>
                <a:off x="3765275" y="534850"/>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3" name="Google Shape;1083;p7"/>
              <p:cNvCxnSpPr/>
              <p:nvPr/>
            </p:nvCxnSpPr>
            <p:spPr>
              <a:xfrm>
                <a:off x="3765275" y="642055"/>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4" name="Google Shape;1084;p7"/>
              <p:cNvCxnSpPr/>
              <p:nvPr/>
            </p:nvCxnSpPr>
            <p:spPr>
              <a:xfrm>
                <a:off x="3765275" y="749261"/>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5" name="Google Shape;1085;p7"/>
              <p:cNvCxnSpPr/>
              <p:nvPr/>
            </p:nvCxnSpPr>
            <p:spPr>
              <a:xfrm>
                <a:off x="3765275" y="856466"/>
                <a:ext cx="537900" cy="0"/>
              </a:xfrm>
              <a:prstGeom prst="straightConnector1">
                <a:avLst/>
              </a:prstGeom>
              <a:noFill/>
              <a:ln w="9525" cap="flat" cmpd="sng">
                <a:solidFill>
                  <a:schemeClr val="dk2"/>
                </a:solidFill>
                <a:prstDash val="solid"/>
                <a:round/>
                <a:headEnd type="none" w="med" len="med"/>
                <a:tailEnd type="none" w="med" len="med"/>
              </a:ln>
            </p:spPr>
          </p:cxnSp>
          <p:cxnSp>
            <p:nvCxnSpPr>
              <p:cNvPr id="1086" name="Google Shape;1086;p7"/>
              <p:cNvCxnSpPr/>
              <p:nvPr/>
            </p:nvCxnSpPr>
            <p:spPr>
              <a:xfrm>
                <a:off x="0" y="427646"/>
                <a:ext cx="4303200" cy="0"/>
              </a:xfrm>
              <a:prstGeom prst="straightConnector1">
                <a:avLst/>
              </a:prstGeom>
              <a:noFill/>
              <a:ln w="19050" cap="flat" cmpd="sng">
                <a:solidFill>
                  <a:schemeClr val="dk2"/>
                </a:solidFill>
                <a:prstDash val="solid"/>
                <a:round/>
                <a:headEnd type="none" w="med" len="med"/>
                <a:tailEnd type="none" w="med" len="med"/>
              </a:ln>
            </p:spPr>
          </p:cxnSp>
          <p:cxnSp>
            <p:nvCxnSpPr>
              <p:cNvPr id="1087" name="Google Shape;1087;p7"/>
              <p:cNvCxnSpPr/>
              <p:nvPr/>
            </p:nvCxnSpPr>
            <p:spPr>
              <a:xfrm>
                <a:off x="-537600" y="-1175"/>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88" name="Google Shape;1088;p7"/>
              <p:cNvCxnSpPr/>
              <p:nvPr/>
            </p:nvCxnSpPr>
            <p:spPr>
              <a:xfrm>
                <a:off x="-537600" y="106033"/>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89" name="Google Shape;1089;p7"/>
              <p:cNvCxnSpPr/>
              <p:nvPr/>
            </p:nvCxnSpPr>
            <p:spPr>
              <a:xfrm>
                <a:off x="-537600" y="213242"/>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90" name="Google Shape;1090;p7"/>
              <p:cNvCxnSpPr/>
              <p:nvPr/>
            </p:nvCxnSpPr>
            <p:spPr>
              <a:xfrm>
                <a:off x="-537600" y="320450"/>
                <a:ext cx="4840800" cy="0"/>
              </a:xfrm>
              <a:prstGeom prst="straightConnector1">
                <a:avLst/>
              </a:prstGeom>
              <a:noFill/>
              <a:ln w="9525" cap="flat" cmpd="sng">
                <a:solidFill>
                  <a:schemeClr val="dk2"/>
                </a:solidFill>
                <a:prstDash val="solid"/>
                <a:round/>
                <a:headEnd type="none" w="med" len="med"/>
                <a:tailEnd type="none" w="med" len="med"/>
              </a:ln>
            </p:spPr>
          </p:cxnSp>
          <p:cxnSp>
            <p:nvCxnSpPr>
              <p:cNvPr id="1091" name="Google Shape;1091;p7"/>
              <p:cNvCxnSpPr/>
              <p:nvPr/>
            </p:nvCxnSpPr>
            <p:spPr>
              <a:xfrm>
                <a:off x="10811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2" name="Google Shape;1092;p7"/>
              <p:cNvCxnSpPr/>
              <p:nvPr/>
            </p:nvCxnSpPr>
            <p:spPr>
              <a:xfrm>
                <a:off x="21567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3" name="Google Shape;1093;p7"/>
              <p:cNvCxnSpPr/>
              <p:nvPr/>
            </p:nvCxnSpPr>
            <p:spPr>
              <a:xfrm>
                <a:off x="32324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4" name="Google Shape;1094;p7"/>
              <p:cNvCxnSpPr/>
              <p:nvPr/>
            </p:nvCxnSpPr>
            <p:spPr>
              <a:xfrm>
                <a:off x="43080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5" name="Google Shape;1095;p7"/>
              <p:cNvCxnSpPr/>
              <p:nvPr/>
            </p:nvCxnSpPr>
            <p:spPr>
              <a:xfrm>
                <a:off x="53837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096" name="Google Shape;1096;p7"/>
              <p:cNvCxnSpPr/>
              <p:nvPr/>
            </p:nvCxnSpPr>
            <p:spPr>
              <a:xfrm>
                <a:off x="64593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7" name="Google Shape;1097;p7"/>
              <p:cNvCxnSpPr/>
              <p:nvPr/>
            </p:nvCxnSpPr>
            <p:spPr>
              <a:xfrm>
                <a:off x="75349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8" name="Google Shape;1098;p7"/>
              <p:cNvCxnSpPr/>
              <p:nvPr/>
            </p:nvCxnSpPr>
            <p:spPr>
              <a:xfrm>
                <a:off x="86106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099" name="Google Shape;1099;p7"/>
              <p:cNvCxnSpPr/>
              <p:nvPr/>
            </p:nvCxnSpPr>
            <p:spPr>
              <a:xfrm>
                <a:off x="96862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7"/>
              <p:cNvCxnSpPr/>
              <p:nvPr/>
            </p:nvCxnSpPr>
            <p:spPr>
              <a:xfrm>
                <a:off x="107619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01" name="Google Shape;1101;p7"/>
              <p:cNvCxnSpPr/>
              <p:nvPr/>
            </p:nvCxnSpPr>
            <p:spPr>
              <a:xfrm>
                <a:off x="118375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2" name="Google Shape;1102;p7"/>
              <p:cNvCxnSpPr/>
              <p:nvPr/>
            </p:nvCxnSpPr>
            <p:spPr>
              <a:xfrm>
                <a:off x="129131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3" name="Google Shape;1103;p7"/>
              <p:cNvCxnSpPr/>
              <p:nvPr/>
            </p:nvCxnSpPr>
            <p:spPr>
              <a:xfrm>
                <a:off x="139888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4" name="Google Shape;1104;p7"/>
              <p:cNvCxnSpPr/>
              <p:nvPr/>
            </p:nvCxnSpPr>
            <p:spPr>
              <a:xfrm>
                <a:off x="150644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5" name="Google Shape;1105;p7"/>
              <p:cNvCxnSpPr/>
              <p:nvPr/>
            </p:nvCxnSpPr>
            <p:spPr>
              <a:xfrm>
                <a:off x="161401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06" name="Google Shape;1106;p7"/>
              <p:cNvCxnSpPr/>
              <p:nvPr/>
            </p:nvCxnSpPr>
            <p:spPr>
              <a:xfrm>
                <a:off x="172157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7"/>
              <p:cNvCxnSpPr/>
              <p:nvPr/>
            </p:nvCxnSpPr>
            <p:spPr>
              <a:xfrm>
                <a:off x="182913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8" name="Google Shape;1108;p7"/>
              <p:cNvCxnSpPr/>
              <p:nvPr/>
            </p:nvCxnSpPr>
            <p:spPr>
              <a:xfrm>
                <a:off x="193670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09" name="Google Shape;1109;p7"/>
              <p:cNvCxnSpPr/>
              <p:nvPr/>
            </p:nvCxnSpPr>
            <p:spPr>
              <a:xfrm>
                <a:off x="204426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0" name="Google Shape;1110;p7"/>
              <p:cNvCxnSpPr/>
              <p:nvPr/>
            </p:nvCxnSpPr>
            <p:spPr>
              <a:xfrm>
                <a:off x="215182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11" name="Google Shape;1111;p7"/>
              <p:cNvCxnSpPr/>
              <p:nvPr/>
            </p:nvCxnSpPr>
            <p:spPr>
              <a:xfrm>
                <a:off x="225939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2" name="Google Shape;1112;p7"/>
              <p:cNvCxnSpPr/>
              <p:nvPr/>
            </p:nvCxnSpPr>
            <p:spPr>
              <a:xfrm>
                <a:off x="236695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3" name="Google Shape;1113;p7"/>
              <p:cNvCxnSpPr/>
              <p:nvPr/>
            </p:nvCxnSpPr>
            <p:spPr>
              <a:xfrm>
                <a:off x="247452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4" name="Google Shape;1114;p7"/>
              <p:cNvCxnSpPr/>
              <p:nvPr/>
            </p:nvCxnSpPr>
            <p:spPr>
              <a:xfrm>
                <a:off x="258208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5" name="Google Shape;1115;p7"/>
              <p:cNvCxnSpPr/>
              <p:nvPr/>
            </p:nvCxnSpPr>
            <p:spPr>
              <a:xfrm>
                <a:off x="268964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16" name="Google Shape;1116;p7"/>
              <p:cNvCxnSpPr/>
              <p:nvPr/>
            </p:nvCxnSpPr>
            <p:spPr>
              <a:xfrm>
                <a:off x="279721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7" name="Google Shape;1117;p7"/>
              <p:cNvCxnSpPr/>
              <p:nvPr/>
            </p:nvCxnSpPr>
            <p:spPr>
              <a:xfrm>
                <a:off x="290477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8" name="Google Shape;1118;p7"/>
              <p:cNvCxnSpPr/>
              <p:nvPr/>
            </p:nvCxnSpPr>
            <p:spPr>
              <a:xfrm>
                <a:off x="301234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19" name="Google Shape;1119;p7"/>
              <p:cNvCxnSpPr/>
              <p:nvPr/>
            </p:nvCxnSpPr>
            <p:spPr>
              <a:xfrm>
                <a:off x="311990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20" name="Google Shape;1120;p7"/>
              <p:cNvCxnSpPr/>
              <p:nvPr/>
            </p:nvCxnSpPr>
            <p:spPr>
              <a:xfrm>
                <a:off x="322746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21" name="Google Shape;1121;p7"/>
              <p:cNvCxnSpPr/>
              <p:nvPr/>
            </p:nvCxnSpPr>
            <p:spPr>
              <a:xfrm>
                <a:off x="333503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22" name="Google Shape;1122;p7"/>
              <p:cNvCxnSpPr/>
              <p:nvPr/>
            </p:nvCxnSpPr>
            <p:spPr>
              <a:xfrm>
                <a:off x="344259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23" name="Google Shape;1123;p7"/>
              <p:cNvCxnSpPr/>
              <p:nvPr/>
            </p:nvCxnSpPr>
            <p:spPr>
              <a:xfrm>
                <a:off x="355016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24" name="Google Shape;1124;p7"/>
              <p:cNvCxnSpPr/>
              <p:nvPr/>
            </p:nvCxnSpPr>
            <p:spPr>
              <a:xfrm>
                <a:off x="365772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25" name="Google Shape;1125;p7"/>
              <p:cNvCxnSpPr/>
              <p:nvPr/>
            </p:nvCxnSpPr>
            <p:spPr>
              <a:xfrm>
                <a:off x="3765283"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1126" name="Google Shape;1126;p7"/>
              <p:cNvCxnSpPr/>
              <p:nvPr/>
            </p:nvCxnSpPr>
            <p:spPr>
              <a:xfrm>
                <a:off x="3872847"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127" name="Google Shape;1127;p7"/>
              <p:cNvCxnSpPr/>
              <p:nvPr/>
            </p:nvCxnSpPr>
            <p:spPr>
              <a:xfrm>
                <a:off x="398041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128" name="Google Shape;1128;p7"/>
              <p:cNvCxnSpPr/>
              <p:nvPr/>
            </p:nvCxnSpPr>
            <p:spPr>
              <a:xfrm>
                <a:off x="4087974"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129" name="Google Shape;1129;p7"/>
              <p:cNvCxnSpPr/>
              <p:nvPr/>
            </p:nvCxnSpPr>
            <p:spPr>
              <a:xfrm>
                <a:off x="4195538"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130" name="Google Shape;1130;p7"/>
              <p:cNvCxnSpPr/>
              <p:nvPr/>
            </p:nvCxnSpPr>
            <p:spPr>
              <a:xfrm>
                <a:off x="4303101"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1131" name="Google Shape;1131;p7"/>
              <p:cNvCxnSpPr/>
              <p:nvPr/>
            </p:nvCxnSpPr>
            <p:spPr>
              <a:xfrm>
                <a:off x="550" y="-6017"/>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1132" name="Google Shape;1132;p7"/>
              <p:cNvCxnSpPr/>
              <p:nvPr/>
            </p:nvCxnSpPr>
            <p:spPr>
              <a:xfrm>
                <a:off x="10811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33" name="Google Shape;1133;p7"/>
              <p:cNvCxnSpPr/>
              <p:nvPr/>
            </p:nvCxnSpPr>
            <p:spPr>
              <a:xfrm>
                <a:off x="21567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34" name="Google Shape;1134;p7"/>
              <p:cNvCxnSpPr/>
              <p:nvPr/>
            </p:nvCxnSpPr>
            <p:spPr>
              <a:xfrm>
                <a:off x="32324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35" name="Google Shape;1135;p7"/>
              <p:cNvCxnSpPr/>
              <p:nvPr/>
            </p:nvCxnSpPr>
            <p:spPr>
              <a:xfrm>
                <a:off x="43080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36" name="Google Shape;1136;p7"/>
              <p:cNvCxnSpPr/>
              <p:nvPr/>
            </p:nvCxnSpPr>
            <p:spPr>
              <a:xfrm>
                <a:off x="53837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37" name="Google Shape;1137;p7"/>
              <p:cNvCxnSpPr/>
              <p:nvPr/>
            </p:nvCxnSpPr>
            <p:spPr>
              <a:xfrm>
                <a:off x="64593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38" name="Google Shape;1138;p7"/>
              <p:cNvCxnSpPr/>
              <p:nvPr/>
            </p:nvCxnSpPr>
            <p:spPr>
              <a:xfrm>
                <a:off x="75349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39" name="Google Shape;1139;p7"/>
              <p:cNvCxnSpPr/>
              <p:nvPr/>
            </p:nvCxnSpPr>
            <p:spPr>
              <a:xfrm>
                <a:off x="86106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0" name="Google Shape;1140;p7"/>
              <p:cNvCxnSpPr/>
              <p:nvPr/>
            </p:nvCxnSpPr>
            <p:spPr>
              <a:xfrm>
                <a:off x="96862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1" name="Google Shape;1141;p7"/>
              <p:cNvCxnSpPr/>
              <p:nvPr/>
            </p:nvCxnSpPr>
            <p:spPr>
              <a:xfrm>
                <a:off x="107619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42" name="Google Shape;1142;p7"/>
              <p:cNvCxnSpPr/>
              <p:nvPr/>
            </p:nvCxnSpPr>
            <p:spPr>
              <a:xfrm>
                <a:off x="118375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3" name="Google Shape;1143;p7"/>
              <p:cNvCxnSpPr/>
              <p:nvPr/>
            </p:nvCxnSpPr>
            <p:spPr>
              <a:xfrm>
                <a:off x="129131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4" name="Google Shape;1144;p7"/>
              <p:cNvCxnSpPr/>
              <p:nvPr/>
            </p:nvCxnSpPr>
            <p:spPr>
              <a:xfrm>
                <a:off x="139888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5" name="Google Shape;1145;p7"/>
              <p:cNvCxnSpPr/>
              <p:nvPr/>
            </p:nvCxnSpPr>
            <p:spPr>
              <a:xfrm>
                <a:off x="150644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6" name="Google Shape;1146;p7"/>
              <p:cNvCxnSpPr/>
              <p:nvPr/>
            </p:nvCxnSpPr>
            <p:spPr>
              <a:xfrm>
                <a:off x="161401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47" name="Google Shape;1147;p7"/>
              <p:cNvCxnSpPr/>
              <p:nvPr/>
            </p:nvCxnSpPr>
            <p:spPr>
              <a:xfrm>
                <a:off x="172157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8" name="Google Shape;1148;p7"/>
              <p:cNvCxnSpPr/>
              <p:nvPr/>
            </p:nvCxnSpPr>
            <p:spPr>
              <a:xfrm>
                <a:off x="182913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49" name="Google Shape;1149;p7"/>
              <p:cNvCxnSpPr/>
              <p:nvPr/>
            </p:nvCxnSpPr>
            <p:spPr>
              <a:xfrm>
                <a:off x="193670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0" name="Google Shape;1150;p7"/>
              <p:cNvCxnSpPr/>
              <p:nvPr/>
            </p:nvCxnSpPr>
            <p:spPr>
              <a:xfrm>
                <a:off x="204426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1" name="Google Shape;1151;p7"/>
              <p:cNvCxnSpPr/>
              <p:nvPr/>
            </p:nvCxnSpPr>
            <p:spPr>
              <a:xfrm>
                <a:off x="215182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52" name="Google Shape;1152;p7"/>
              <p:cNvCxnSpPr/>
              <p:nvPr/>
            </p:nvCxnSpPr>
            <p:spPr>
              <a:xfrm>
                <a:off x="225939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3" name="Google Shape;1153;p7"/>
              <p:cNvCxnSpPr/>
              <p:nvPr/>
            </p:nvCxnSpPr>
            <p:spPr>
              <a:xfrm>
                <a:off x="236695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4" name="Google Shape;1154;p7"/>
              <p:cNvCxnSpPr/>
              <p:nvPr/>
            </p:nvCxnSpPr>
            <p:spPr>
              <a:xfrm>
                <a:off x="247452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5" name="Google Shape;1155;p7"/>
              <p:cNvCxnSpPr/>
              <p:nvPr/>
            </p:nvCxnSpPr>
            <p:spPr>
              <a:xfrm>
                <a:off x="258208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6" name="Google Shape;1156;p7"/>
              <p:cNvCxnSpPr/>
              <p:nvPr/>
            </p:nvCxnSpPr>
            <p:spPr>
              <a:xfrm>
                <a:off x="268964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57" name="Google Shape;1157;p7"/>
              <p:cNvCxnSpPr/>
              <p:nvPr/>
            </p:nvCxnSpPr>
            <p:spPr>
              <a:xfrm>
                <a:off x="279721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8" name="Google Shape;1158;p7"/>
              <p:cNvCxnSpPr/>
              <p:nvPr/>
            </p:nvCxnSpPr>
            <p:spPr>
              <a:xfrm>
                <a:off x="290477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59" name="Google Shape;1159;p7"/>
              <p:cNvCxnSpPr/>
              <p:nvPr/>
            </p:nvCxnSpPr>
            <p:spPr>
              <a:xfrm>
                <a:off x="301234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60" name="Google Shape;1160;p7"/>
              <p:cNvCxnSpPr/>
              <p:nvPr/>
            </p:nvCxnSpPr>
            <p:spPr>
              <a:xfrm>
                <a:off x="311990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61" name="Google Shape;1161;p7"/>
              <p:cNvCxnSpPr/>
              <p:nvPr/>
            </p:nvCxnSpPr>
            <p:spPr>
              <a:xfrm>
                <a:off x="322746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162" name="Google Shape;1162;p7"/>
              <p:cNvCxnSpPr/>
              <p:nvPr/>
            </p:nvCxnSpPr>
            <p:spPr>
              <a:xfrm>
                <a:off x="333503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63" name="Google Shape;1163;p7"/>
              <p:cNvCxnSpPr/>
              <p:nvPr/>
            </p:nvCxnSpPr>
            <p:spPr>
              <a:xfrm>
                <a:off x="344259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64" name="Google Shape;1164;p7"/>
              <p:cNvCxnSpPr/>
              <p:nvPr/>
            </p:nvCxnSpPr>
            <p:spPr>
              <a:xfrm>
                <a:off x="355016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65" name="Google Shape;1165;p7"/>
              <p:cNvCxnSpPr/>
              <p:nvPr/>
            </p:nvCxnSpPr>
            <p:spPr>
              <a:xfrm>
                <a:off x="365772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166" name="Google Shape;1166;p7"/>
              <p:cNvCxnSpPr/>
              <p:nvPr/>
            </p:nvCxnSpPr>
            <p:spPr>
              <a:xfrm>
                <a:off x="-536981" y="4713400"/>
                <a:ext cx="0" cy="433500"/>
              </a:xfrm>
              <a:prstGeom prst="straightConnector1">
                <a:avLst/>
              </a:prstGeom>
              <a:noFill/>
              <a:ln w="19050" cap="flat" cmpd="sng">
                <a:solidFill>
                  <a:schemeClr val="dk2"/>
                </a:solidFill>
                <a:prstDash val="solid"/>
                <a:round/>
                <a:headEnd type="none" w="med" len="med"/>
                <a:tailEnd type="none" w="med" len="med"/>
              </a:ln>
            </p:spPr>
          </p:cxnSp>
        </p:grpSp>
        <p:cxnSp>
          <p:nvCxnSpPr>
            <p:cNvPr id="1167" name="Google Shape;1167;p7"/>
            <p:cNvCxnSpPr/>
            <p:nvPr/>
          </p:nvCxnSpPr>
          <p:spPr>
            <a:xfrm>
              <a:off x="3765275" y="4179829"/>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168" name="Google Shape;1168;p7"/>
            <p:cNvCxnSpPr/>
            <p:nvPr/>
          </p:nvCxnSpPr>
          <p:spPr>
            <a:xfrm>
              <a:off x="3765275" y="3107776"/>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169" name="Google Shape;1169;p7"/>
            <p:cNvCxnSpPr/>
            <p:nvPr/>
          </p:nvCxnSpPr>
          <p:spPr>
            <a:xfrm>
              <a:off x="3765275" y="2035724"/>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170" name="Google Shape;1170;p7"/>
            <p:cNvCxnSpPr/>
            <p:nvPr/>
          </p:nvCxnSpPr>
          <p:spPr>
            <a:xfrm>
              <a:off x="3765275" y="963671"/>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171" name="Google Shape;1171;p7"/>
            <p:cNvCxnSpPr/>
            <p:nvPr/>
          </p:nvCxnSpPr>
          <p:spPr>
            <a:xfrm>
              <a:off x="0" y="4823059"/>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172" name="Google Shape;1172;p7"/>
            <p:cNvCxnSpPr/>
            <p:nvPr/>
          </p:nvCxnSpPr>
          <p:spPr>
            <a:xfrm>
              <a:off x="0" y="493026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173" name="Google Shape;1173;p7"/>
            <p:cNvCxnSpPr/>
            <p:nvPr/>
          </p:nvCxnSpPr>
          <p:spPr>
            <a:xfrm>
              <a:off x="0" y="5037470"/>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174" name="Google Shape;1174;p7"/>
            <p:cNvCxnSpPr/>
            <p:nvPr/>
          </p:nvCxnSpPr>
          <p:spPr>
            <a:xfrm>
              <a:off x="0" y="514467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175" name="Google Shape;1175;p7"/>
            <p:cNvCxnSpPr/>
            <p:nvPr/>
          </p:nvCxnSpPr>
          <p:spPr>
            <a:xfrm>
              <a:off x="0" y="4715854"/>
              <a:ext cx="5772600" cy="0"/>
            </a:xfrm>
            <a:prstGeom prst="straightConnector1">
              <a:avLst/>
            </a:prstGeom>
            <a:noFill/>
            <a:ln w="19050" cap="flat" cmpd="sng">
              <a:solidFill>
                <a:schemeClr val="dk2"/>
              </a:solidFill>
              <a:prstDash val="solid"/>
              <a:round/>
              <a:headEnd type="none" w="med" len="med"/>
              <a:tailEnd type="none" w="med" len="med"/>
            </a:ln>
          </p:spPr>
        </p:cxnSp>
        <p:cxnSp>
          <p:nvCxnSpPr>
            <p:cNvPr id="1176" name="Google Shape;1176;p7"/>
            <p:cNvCxnSpPr/>
            <p:nvPr/>
          </p:nvCxnSpPr>
          <p:spPr>
            <a:xfrm>
              <a:off x="3765275" y="4287034"/>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77" name="Google Shape;1177;p7"/>
            <p:cNvCxnSpPr/>
            <p:nvPr/>
          </p:nvCxnSpPr>
          <p:spPr>
            <a:xfrm>
              <a:off x="3765275" y="4394239"/>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78" name="Google Shape;1178;p7"/>
            <p:cNvCxnSpPr/>
            <p:nvPr/>
          </p:nvCxnSpPr>
          <p:spPr>
            <a:xfrm>
              <a:off x="3765275" y="4501445"/>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79" name="Google Shape;1179;p7"/>
            <p:cNvCxnSpPr/>
            <p:nvPr/>
          </p:nvCxnSpPr>
          <p:spPr>
            <a:xfrm>
              <a:off x="3765275" y="4608650"/>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0" name="Google Shape;1180;p7"/>
            <p:cNvCxnSpPr/>
            <p:nvPr/>
          </p:nvCxnSpPr>
          <p:spPr>
            <a:xfrm>
              <a:off x="3765275" y="3751008"/>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1" name="Google Shape;1181;p7"/>
            <p:cNvCxnSpPr/>
            <p:nvPr/>
          </p:nvCxnSpPr>
          <p:spPr>
            <a:xfrm>
              <a:off x="3765275" y="3858213"/>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2" name="Google Shape;1182;p7"/>
            <p:cNvCxnSpPr/>
            <p:nvPr/>
          </p:nvCxnSpPr>
          <p:spPr>
            <a:xfrm>
              <a:off x="3765275" y="3965418"/>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3" name="Google Shape;1183;p7"/>
            <p:cNvCxnSpPr/>
            <p:nvPr/>
          </p:nvCxnSpPr>
          <p:spPr>
            <a:xfrm>
              <a:off x="3765275" y="4072624"/>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4" name="Google Shape;1184;p7"/>
            <p:cNvCxnSpPr/>
            <p:nvPr/>
          </p:nvCxnSpPr>
          <p:spPr>
            <a:xfrm>
              <a:off x="3765275" y="3643803"/>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185" name="Google Shape;1185;p7"/>
            <p:cNvCxnSpPr/>
            <p:nvPr/>
          </p:nvCxnSpPr>
          <p:spPr>
            <a:xfrm>
              <a:off x="3765275" y="3214982"/>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6" name="Google Shape;1186;p7"/>
            <p:cNvCxnSpPr/>
            <p:nvPr/>
          </p:nvCxnSpPr>
          <p:spPr>
            <a:xfrm>
              <a:off x="3765275" y="3322187"/>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7" name="Google Shape;1187;p7"/>
            <p:cNvCxnSpPr/>
            <p:nvPr/>
          </p:nvCxnSpPr>
          <p:spPr>
            <a:xfrm>
              <a:off x="3765275" y="3429392"/>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8" name="Google Shape;1188;p7"/>
            <p:cNvCxnSpPr/>
            <p:nvPr/>
          </p:nvCxnSpPr>
          <p:spPr>
            <a:xfrm>
              <a:off x="3765275" y="3536597"/>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89" name="Google Shape;1189;p7"/>
            <p:cNvCxnSpPr/>
            <p:nvPr/>
          </p:nvCxnSpPr>
          <p:spPr>
            <a:xfrm>
              <a:off x="3765275" y="2678955"/>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0" name="Google Shape;1190;p7"/>
            <p:cNvCxnSpPr/>
            <p:nvPr/>
          </p:nvCxnSpPr>
          <p:spPr>
            <a:xfrm>
              <a:off x="3765275" y="2786161"/>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1" name="Google Shape;1191;p7"/>
            <p:cNvCxnSpPr/>
            <p:nvPr/>
          </p:nvCxnSpPr>
          <p:spPr>
            <a:xfrm>
              <a:off x="3765275" y="2893366"/>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2" name="Google Shape;1192;p7"/>
            <p:cNvCxnSpPr/>
            <p:nvPr/>
          </p:nvCxnSpPr>
          <p:spPr>
            <a:xfrm>
              <a:off x="3765275" y="3000571"/>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3" name="Google Shape;1193;p7"/>
            <p:cNvCxnSpPr/>
            <p:nvPr/>
          </p:nvCxnSpPr>
          <p:spPr>
            <a:xfrm>
              <a:off x="3765275" y="2571750"/>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194" name="Google Shape;1194;p7"/>
            <p:cNvCxnSpPr/>
            <p:nvPr/>
          </p:nvCxnSpPr>
          <p:spPr>
            <a:xfrm>
              <a:off x="3765275" y="2142929"/>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5" name="Google Shape;1195;p7"/>
            <p:cNvCxnSpPr/>
            <p:nvPr/>
          </p:nvCxnSpPr>
          <p:spPr>
            <a:xfrm>
              <a:off x="3765275" y="2250134"/>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6" name="Google Shape;1196;p7"/>
            <p:cNvCxnSpPr/>
            <p:nvPr/>
          </p:nvCxnSpPr>
          <p:spPr>
            <a:xfrm>
              <a:off x="3765275" y="2357339"/>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7" name="Google Shape;1197;p7"/>
            <p:cNvCxnSpPr/>
            <p:nvPr/>
          </p:nvCxnSpPr>
          <p:spPr>
            <a:xfrm>
              <a:off x="3765275" y="2464545"/>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8" name="Google Shape;1198;p7"/>
            <p:cNvCxnSpPr/>
            <p:nvPr/>
          </p:nvCxnSpPr>
          <p:spPr>
            <a:xfrm>
              <a:off x="3765275" y="1606903"/>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199" name="Google Shape;1199;p7"/>
            <p:cNvCxnSpPr/>
            <p:nvPr/>
          </p:nvCxnSpPr>
          <p:spPr>
            <a:xfrm>
              <a:off x="3765275" y="1714108"/>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7"/>
            <p:cNvCxnSpPr/>
            <p:nvPr/>
          </p:nvCxnSpPr>
          <p:spPr>
            <a:xfrm>
              <a:off x="3765275" y="1821313"/>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1" name="Google Shape;1201;p7"/>
            <p:cNvCxnSpPr/>
            <p:nvPr/>
          </p:nvCxnSpPr>
          <p:spPr>
            <a:xfrm>
              <a:off x="3765275" y="1928518"/>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2" name="Google Shape;1202;p7"/>
            <p:cNvCxnSpPr/>
            <p:nvPr/>
          </p:nvCxnSpPr>
          <p:spPr>
            <a:xfrm>
              <a:off x="3765275" y="1499697"/>
              <a:ext cx="611400" cy="0"/>
            </a:xfrm>
            <a:prstGeom prst="straightConnector1">
              <a:avLst/>
            </a:prstGeom>
            <a:noFill/>
            <a:ln w="19050" cap="flat" cmpd="sng">
              <a:solidFill>
                <a:schemeClr val="dk2"/>
              </a:solidFill>
              <a:prstDash val="solid"/>
              <a:round/>
              <a:headEnd type="none" w="med" len="med"/>
              <a:tailEnd type="none" w="med" len="med"/>
            </a:ln>
          </p:spPr>
        </p:cxnSp>
        <p:cxnSp>
          <p:nvCxnSpPr>
            <p:cNvPr id="1203" name="Google Shape;1203;p7"/>
            <p:cNvCxnSpPr/>
            <p:nvPr/>
          </p:nvCxnSpPr>
          <p:spPr>
            <a:xfrm>
              <a:off x="3765275" y="1070876"/>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4" name="Google Shape;1204;p7"/>
            <p:cNvCxnSpPr/>
            <p:nvPr/>
          </p:nvCxnSpPr>
          <p:spPr>
            <a:xfrm>
              <a:off x="3765275" y="1178082"/>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5" name="Google Shape;1205;p7"/>
            <p:cNvCxnSpPr/>
            <p:nvPr/>
          </p:nvCxnSpPr>
          <p:spPr>
            <a:xfrm>
              <a:off x="3765275" y="1285287"/>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6" name="Google Shape;1206;p7"/>
            <p:cNvCxnSpPr/>
            <p:nvPr/>
          </p:nvCxnSpPr>
          <p:spPr>
            <a:xfrm>
              <a:off x="3765275" y="1392492"/>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7" name="Google Shape;1207;p7"/>
            <p:cNvCxnSpPr/>
            <p:nvPr/>
          </p:nvCxnSpPr>
          <p:spPr>
            <a:xfrm>
              <a:off x="3765275" y="534850"/>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8" name="Google Shape;1208;p7"/>
            <p:cNvCxnSpPr/>
            <p:nvPr/>
          </p:nvCxnSpPr>
          <p:spPr>
            <a:xfrm>
              <a:off x="3765275" y="642055"/>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09" name="Google Shape;1209;p7"/>
            <p:cNvCxnSpPr/>
            <p:nvPr/>
          </p:nvCxnSpPr>
          <p:spPr>
            <a:xfrm>
              <a:off x="3765275" y="749261"/>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10" name="Google Shape;1210;p7"/>
            <p:cNvCxnSpPr/>
            <p:nvPr/>
          </p:nvCxnSpPr>
          <p:spPr>
            <a:xfrm>
              <a:off x="3765275" y="856466"/>
              <a:ext cx="611400" cy="0"/>
            </a:xfrm>
            <a:prstGeom prst="straightConnector1">
              <a:avLst/>
            </a:prstGeom>
            <a:noFill/>
            <a:ln w="9525" cap="flat" cmpd="sng">
              <a:solidFill>
                <a:schemeClr val="dk2"/>
              </a:solidFill>
              <a:prstDash val="solid"/>
              <a:round/>
              <a:headEnd type="none" w="med" len="med"/>
              <a:tailEnd type="none" w="med" len="med"/>
            </a:ln>
          </p:spPr>
        </p:cxnSp>
        <p:cxnSp>
          <p:nvCxnSpPr>
            <p:cNvPr id="1211" name="Google Shape;1211;p7"/>
            <p:cNvCxnSpPr/>
            <p:nvPr/>
          </p:nvCxnSpPr>
          <p:spPr>
            <a:xfrm>
              <a:off x="0" y="-117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212" name="Google Shape;1212;p7"/>
            <p:cNvCxnSpPr/>
            <p:nvPr/>
          </p:nvCxnSpPr>
          <p:spPr>
            <a:xfrm>
              <a:off x="0" y="106030"/>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213" name="Google Shape;1213;p7"/>
            <p:cNvCxnSpPr/>
            <p:nvPr/>
          </p:nvCxnSpPr>
          <p:spPr>
            <a:xfrm>
              <a:off x="0" y="213235"/>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214" name="Google Shape;1214;p7"/>
            <p:cNvCxnSpPr/>
            <p:nvPr/>
          </p:nvCxnSpPr>
          <p:spPr>
            <a:xfrm>
              <a:off x="0" y="320441"/>
              <a:ext cx="4303200" cy="0"/>
            </a:xfrm>
            <a:prstGeom prst="straightConnector1">
              <a:avLst/>
            </a:prstGeom>
            <a:noFill/>
            <a:ln w="9525" cap="flat" cmpd="sng">
              <a:solidFill>
                <a:schemeClr val="dk2"/>
              </a:solidFill>
              <a:prstDash val="solid"/>
              <a:round/>
              <a:headEnd type="none" w="med" len="med"/>
              <a:tailEnd type="none" w="med" len="med"/>
            </a:ln>
          </p:spPr>
        </p:cxnSp>
        <p:cxnSp>
          <p:nvCxnSpPr>
            <p:cNvPr id="1215" name="Google Shape;1215;p7"/>
            <p:cNvCxnSpPr/>
            <p:nvPr/>
          </p:nvCxnSpPr>
          <p:spPr>
            <a:xfrm>
              <a:off x="10811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16" name="Google Shape;1216;p7"/>
            <p:cNvCxnSpPr/>
            <p:nvPr/>
          </p:nvCxnSpPr>
          <p:spPr>
            <a:xfrm>
              <a:off x="21567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17" name="Google Shape;1217;p7"/>
            <p:cNvCxnSpPr/>
            <p:nvPr/>
          </p:nvCxnSpPr>
          <p:spPr>
            <a:xfrm>
              <a:off x="32324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18" name="Google Shape;1218;p7"/>
            <p:cNvCxnSpPr/>
            <p:nvPr/>
          </p:nvCxnSpPr>
          <p:spPr>
            <a:xfrm>
              <a:off x="43080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19" name="Google Shape;1219;p7"/>
            <p:cNvCxnSpPr/>
            <p:nvPr/>
          </p:nvCxnSpPr>
          <p:spPr>
            <a:xfrm>
              <a:off x="53837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20" name="Google Shape;1220;p7"/>
            <p:cNvCxnSpPr/>
            <p:nvPr/>
          </p:nvCxnSpPr>
          <p:spPr>
            <a:xfrm>
              <a:off x="64593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1" name="Google Shape;1221;p7"/>
            <p:cNvCxnSpPr/>
            <p:nvPr/>
          </p:nvCxnSpPr>
          <p:spPr>
            <a:xfrm>
              <a:off x="75349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2" name="Google Shape;1222;p7"/>
            <p:cNvCxnSpPr/>
            <p:nvPr/>
          </p:nvCxnSpPr>
          <p:spPr>
            <a:xfrm>
              <a:off x="86106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3" name="Google Shape;1223;p7"/>
            <p:cNvCxnSpPr/>
            <p:nvPr/>
          </p:nvCxnSpPr>
          <p:spPr>
            <a:xfrm>
              <a:off x="96862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4" name="Google Shape;1224;p7"/>
            <p:cNvCxnSpPr/>
            <p:nvPr/>
          </p:nvCxnSpPr>
          <p:spPr>
            <a:xfrm>
              <a:off x="107619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25" name="Google Shape;1225;p7"/>
            <p:cNvCxnSpPr/>
            <p:nvPr/>
          </p:nvCxnSpPr>
          <p:spPr>
            <a:xfrm>
              <a:off x="118375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6" name="Google Shape;1226;p7"/>
            <p:cNvCxnSpPr/>
            <p:nvPr/>
          </p:nvCxnSpPr>
          <p:spPr>
            <a:xfrm>
              <a:off x="129131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7" name="Google Shape;1227;p7"/>
            <p:cNvCxnSpPr/>
            <p:nvPr/>
          </p:nvCxnSpPr>
          <p:spPr>
            <a:xfrm>
              <a:off x="1398882"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8" name="Google Shape;1228;p7"/>
            <p:cNvCxnSpPr/>
            <p:nvPr/>
          </p:nvCxnSpPr>
          <p:spPr>
            <a:xfrm>
              <a:off x="1506446"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7"/>
            <p:cNvCxnSpPr/>
            <p:nvPr/>
          </p:nvCxnSpPr>
          <p:spPr>
            <a:xfrm>
              <a:off x="1614010"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30" name="Google Shape;1230;p7"/>
            <p:cNvCxnSpPr/>
            <p:nvPr/>
          </p:nvCxnSpPr>
          <p:spPr>
            <a:xfrm>
              <a:off x="1721574"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1" name="Google Shape;1231;p7"/>
            <p:cNvCxnSpPr/>
            <p:nvPr/>
          </p:nvCxnSpPr>
          <p:spPr>
            <a:xfrm>
              <a:off x="1829138"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2" name="Google Shape;1232;p7"/>
            <p:cNvCxnSpPr/>
            <p:nvPr/>
          </p:nvCxnSpPr>
          <p:spPr>
            <a:xfrm>
              <a:off x="193670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3" name="Google Shape;1233;p7"/>
            <p:cNvCxnSpPr/>
            <p:nvPr/>
          </p:nvCxnSpPr>
          <p:spPr>
            <a:xfrm>
              <a:off x="204426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4" name="Google Shape;1234;p7"/>
            <p:cNvCxnSpPr/>
            <p:nvPr/>
          </p:nvCxnSpPr>
          <p:spPr>
            <a:xfrm>
              <a:off x="215182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35" name="Google Shape;1235;p7"/>
            <p:cNvCxnSpPr/>
            <p:nvPr/>
          </p:nvCxnSpPr>
          <p:spPr>
            <a:xfrm>
              <a:off x="225939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6" name="Google Shape;1236;p7"/>
            <p:cNvCxnSpPr/>
            <p:nvPr/>
          </p:nvCxnSpPr>
          <p:spPr>
            <a:xfrm>
              <a:off x="236695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7" name="Google Shape;1237;p7"/>
            <p:cNvCxnSpPr/>
            <p:nvPr/>
          </p:nvCxnSpPr>
          <p:spPr>
            <a:xfrm>
              <a:off x="247452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8" name="Google Shape;1238;p7"/>
            <p:cNvCxnSpPr/>
            <p:nvPr/>
          </p:nvCxnSpPr>
          <p:spPr>
            <a:xfrm>
              <a:off x="258208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39" name="Google Shape;1239;p7"/>
            <p:cNvCxnSpPr/>
            <p:nvPr/>
          </p:nvCxnSpPr>
          <p:spPr>
            <a:xfrm>
              <a:off x="268964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40" name="Google Shape;1240;p7"/>
            <p:cNvCxnSpPr/>
            <p:nvPr/>
          </p:nvCxnSpPr>
          <p:spPr>
            <a:xfrm>
              <a:off x="279721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1" name="Google Shape;1241;p7"/>
            <p:cNvCxnSpPr/>
            <p:nvPr/>
          </p:nvCxnSpPr>
          <p:spPr>
            <a:xfrm>
              <a:off x="290477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2" name="Google Shape;1242;p7"/>
            <p:cNvCxnSpPr/>
            <p:nvPr/>
          </p:nvCxnSpPr>
          <p:spPr>
            <a:xfrm>
              <a:off x="301234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3" name="Google Shape;1243;p7"/>
            <p:cNvCxnSpPr/>
            <p:nvPr/>
          </p:nvCxnSpPr>
          <p:spPr>
            <a:xfrm>
              <a:off x="311990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4" name="Google Shape;1244;p7"/>
            <p:cNvCxnSpPr/>
            <p:nvPr/>
          </p:nvCxnSpPr>
          <p:spPr>
            <a:xfrm>
              <a:off x="3227469" y="-5169"/>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45" name="Google Shape;1245;p7"/>
            <p:cNvCxnSpPr/>
            <p:nvPr/>
          </p:nvCxnSpPr>
          <p:spPr>
            <a:xfrm>
              <a:off x="3335033"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6" name="Google Shape;1246;p7"/>
            <p:cNvCxnSpPr/>
            <p:nvPr/>
          </p:nvCxnSpPr>
          <p:spPr>
            <a:xfrm>
              <a:off x="3442597"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7" name="Google Shape;1247;p7"/>
            <p:cNvCxnSpPr/>
            <p:nvPr/>
          </p:nvCxnSpPr>
          <p:spPr>
            <a:xfrm>
              <a:off x="3550161"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8" name="Google Shape;1248;p7"/>
            <p:cNvCxnSpPr/>
            <p:nvPr/>
          </p:nvCxnSpPr>
          <p:spPr>
            <a:xfrm>
              <a:off x="3657725" y="-5169"/>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49" name="Google Shape;1249;p7"/>
            <p:cNvCxnSpPr/>
            <p:nvPr/>
          </p:nvCxnSpPr>
          <p:spPr>
            <a:xfrm>
              <a:off x="3765283"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1250" name="Google Shape;1250;p7"/>
            <p:cNvCxnSpPr/>
            <p:nvPr/>
          </p:nvCxnSpPr>
          <p:spPr>
            <a:xfrm>
              <a:off x="3872847"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251" name="Google Shape;1251;p7"/>
            <p:cNvCxnSpPr/>
            <p:nvPr/>
          </p:nvCxnSpPr>
          <p:spPr>
            <a:xfrm>
              <a:off x="398041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252" name="Google Shape;1252;p7"/>
            <p:cNvCxnSpPr/>
            <p:nvPr/>
          </p:nvCxnSpPr>
          <p:spPr>
            <a:xfrm>
              <a:off x="4087974"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253" name="Google Shape;1253;p7"/>
            <p:cNvCxnSpPr/>
            <p:nvPr/>
          </p:nvCxnSpPr>
          <p:spPr>
            <a:xfrm>
              <a:off x="4195538"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254" name="Google Shape;1254;p7"/>
            <p:cNvCxnSpPr/>
            <p:nvPr/>
          </p:nvCxnSpPr>
          <p:spPr>
            <a:xfrm>
              <a:off x="4303101" y="4067"/>
              <a:ext cx="0" cy="5145300"/>
            </a:xfrm>
            <a:prstGeom prst="straightConnector1">
              <a:avLst/>
            </a:prstGeom>
            <a:noFill/>
            <a:ln w="19050" cap="flat" cmpd="sng">
              <a:solidFill>
                <a:schemeClr val="dk2"/>
              </a:solidFill>
              <a:prstDash val="solid"/>
              <a:round/>
              <a:headEnd type="none" w="med" len="med"/>
              <a:tailEnd type="none" w="med" len="med"/>
            </a:ln>
          </p:spPr>
        </p:cxnSp>
        <p:cxnSp>
          <p:nvCxnSpPr>
            <p:cNvPr id="1255" name="Google Shape;1255;p7"/>
            <p:cNvCxnSpPr/>
            <p:nvPr/>
          </p:nvCxnSpPr>
          <p:spPr>
            <a:xfrm>
              <a:off x="550" y="-6017"/>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1256" name="Google Shape;1256;p7"/>
            <p:cNvCxnSpPr/>
            <p:nvPr/>
          </p:nvCxnSpPr>
          <p:spPr>
            <a:xfrm>
              <a:off x="10811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57" name="Google Shape;1257;p7"/>
            <p:cNvCxnSpPr/>
            <p:nvPr/>
          </p:nvCxnSpPr>
          <p:spPr>
            <a:xfrm>
              <a:off x="21567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58" name="Google Shape;1258;p7"/>
            <p:cNvCxnSpPr/>
            <p:nvPr/>
          </p:nvCxnSpPr>
          <p:spPr>
            <a:xfrm>
              <a:off x="32324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59" name="Google Shape;1259;p7"/>
            <p:cNvCxnSpPr/>
            <p:nvPr/>
          </p:nvCxnSpPr>
          <p:spPr>
            <a:xfrm>
              <a:off x="43080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0" name="Google Shape;1260;p7"/>
            <p:cNvCxnSpPr/>
            <p:nvPr/>
          </p:nvCxnSpPr>
          <p:spPr>
            <a:xfrm>
              <a:off x="53837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61" name="Google Shape;1261;p7"/>
            <p:cNvCxnSpPr/>
            <p:nvPr/>
          </p:nvCxnSpPr>
          <p:spPr>
            <a:xfrm>
              <a:off x="64593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7"/>
            <p:cNvCxnSpPr/>
            <p:nvPr/>
          </p:nvCxnSpPr>
          <p:spPr>
            <a:xfrm>
              <a:off x="75349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3" name="Google Shape;1263;p7"/>
            <p:cNvCxnSpPr/>
            <p:nvPr/>
          </p:nvCxnSpPr>
          <p:spPr>
            <a:xfrm>
              <a:off x="86106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4" name="Google Shape;1264;p7"/>
            <p:cNvCxnSpPr/>
            <p:nvPr/>
          </p:nvCxnSpPr>
          <p:spPr>
            <a:xfrm>
              <a:off x="96862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5" name="Google Shape;1265;p7"/>
            <p:cNvCxnSpPr/>
            <p:nvPr/>
          </p:nvCxnSpPr>
          <p:spPr>
            <a:xfrm>
              <a:off x="107619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66" name="Google Shape;1266;p7"/>
            <p:cNvCxnSpPr/>
            <p:nvPr/>
          </p:nvCxnSpPr>
          <p:spPr>
            <a:xfrm>
              <a:off x="118375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7" name="Google Shape;1267;p7"/>
            <p:cNvCxnSpPr/>
            <p:nvPr/>
          </p:nvCxnSpPr>
          <p:spPr>
            <a:xfrm>
              <a:off x="129131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8" name="Google Shape;1268;p7"/>
            <p:cNvCxnSpPr/>
            <p:nvPr/>
          </p:nvCxnSpPr>
          <p:spPr>
            <a:xfrm>
              <a:off x="1398882"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69" name="Google Shape;1269;p7"/>
            <p:cNvCxnSpPr/>
            <p:nvPr/>
          </p:nvCxnSpPr>
          <p:spPr>
            <a:xfrm>
              <a:off x="1506446"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0" name="Google Shape;1270;p7"/>
            <p:cNvCxnSpPr/>
            <p:nvPr/>
          </p:nvCxnSpPr>
          <p:spPr>
            <a:xfrm>
              <a:off x="1614010"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71" name="Google Shape;1271;p7"/>
            <p:cNvCxnSpPr/>
            <p:nvPr/>
          </p:nvCxnSpPr>
          <p:spPr>
            <a:xfrm>
              <a:off x="1721574"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2" name="Google Shape;1272;p7"/>
            <p:cNvCxnSpPr/>
            <p:nvPr/>
          </p:nvCxnSpPr>
          <p:spPr>
            <a:xfrm>
              <a:off x="1829138"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3" name="Google Shape;1273;p7"/>
            <p:cNvCxnSpPr/>
            <p:nvPr/>
          </p:nvCxnSpPr>
          <p:spPr>
            <a:xfrm>
              <a:off x="193670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4" name="Google Shape;1274;p7"/>
            <p:cNvCxnSpPr/>
            <p:nvPr/>
          </p:nvCxnSpPr>
          <p:spPr>
            <a:xfrm>
              <a:off x="204426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5" name="Google Shape;1275;p7"/>
            <p:cNvCxnSpPr/>
            <p:nvPr/>
          </p:nvCxnSpPr>
          <p:spPr>
            <a:xfrm>
              <a:off x="215182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76" name="Google Shape;1276;p7"/>
            <p:cNvCxnSpPr/>
            <p:nvPr/>
          </p:nvCxnSpPr>
          <p:spPr>
            <a:xfrm>
              <a:off x="225939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7" name="Google Shape;1277;p7"/>
            <p:cNvCxnSpPr/>
            <p:nvPr/>
          </p:nvCxnSpPr>
          <p:spPr>
            <a:xfrm>
              <a:off x="236695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8" name="Google Shape;1278;p7"/>
            <p:cNvCxnSpPr/>
            <p:nvPr/>
          </p:nvCxnSpPr>
          <p:spPr>
            <a:xfrm>
              <a:off x="247452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79" name="Google Shape;1279;p7"/>
            <p:cNvCxnSpPr/>
            <p:nvPr/>
          </p:nvCxnSpPr>
          <p:spPr>
            <a:xfrm>
              <a:off x="258208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0" name="Google Shape;1280;p7"/>
            <p:cNvCxnSpPr/>
            <p:nvPr/>
          </p:nvCxnSpPr>
          <p:spPr>
            <a:xfrm>
              <a:off x="268964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81" name="Google Shape;1281;p7"/>
            <p:cNvCxnSpPr/>
            <p:nvPr/>
          </p:nvCxnSpPr>
          <p:spPr>
            <a:xfrm>
              <a:off x="279721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2" name="Google Shape;1282;p7"/>
            <p:cNvCxnSpPr/>
            <p:nvPr/>
          </p:nvCxnSpPr>
          <p:spPr>
            <a:xfrm>
              <a:off x="290477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3" name="Google Shape;1283;p7"/>
            <p:cNvCxnSpPr/>
            <p:nvPr/>
          </p:nvCxnSpPr>
          <p:spPr>
            <a:xfrm>
              <a:off x="301234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4" name="Google Shape;1284;p7"/>
            <p:cNvCxnSpPr/>
            <p:nvPr/>
          </p:nvCxnSpPr>
          <p:spPr>
            <a:xfrm>
              <a:off x="311990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5" name="Google Shape;1285;p7"/>
            <p:cNvCxnSpPr/>
            <p:nvPr/>
          </p:nvCxnSpPr>
          <p:spPr>
            <a:xfrm>
              <a:off x="3227469" y="4714256"/>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286" name="Google Shape;1286;p7"/>
            <p:cNvCxnSpPr/>
            <p:nvPr/>
          </p:nvCxnSpPr>
          <p:spPr>
            <a:xfrm>
              <a:off x="3335033"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7" name="Google Shape;1287;p7"/>
            <p:cNvCxnSpPr/>
            <p:nvPr/>
          </p:nvCxnSpPr>
          <p:spPr>
            <a:xfrm>
              <a:off x="3442597"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8" name="Google Shape;1288;p7"/>
            <p:cNvCxnSpPr/>
            <p:nvPr/>
          </p:nvCxnSpPr>
          <p:spPr>
            <a:xfrm>
              <a:off x="3550161"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89" name="Google Shape;1289;p7"/>
            <p:cNvCxnSpPr/>
            <p:nvPr/>
          </p:nvCxnSpPr>
          <p:spPr>
            <a:xfrm>
              <a:off x="3657725" y="4714256"/>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290" name="Google Shape;1290;p7"/>
            <p:cNvCxnSpPr/>
            <p:nvPr/>
          </p:nvCxnSpPr>
          <p:spPr>
            <a:xfrm>
              <a:off x="550" y="4713408"/>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1291" name="Google Shape;1291;p7"/>
            <p:cNvCxnSpPr/>
            <p:nvPr/>
          </p:nvCxnSpPr>
          <p:spPr>
            <a:xfrm>
              <a:off x="4841370" y="4714256"/>
              <a:ext cx="0" cy="432900"/>
            </a:xfrm>
            <a:prstGeom prst="straightConnector1">
              <a:avLst/>
            </a:prstGeom>
            <a:noFill/>
            <a:ln w="19050" cap="flat" cmpd="sng">
              <a:solidFill>
                <a:schemeClr val="dk2"/>
              </a:solidFill>
              <a:prstDash val="solid"/>
              <a:round/>
              <a:headEnd type="none" w="med" len="med"/>
              <a:tailEnd type="none" w="med" len="med"/>
            </a:ln>
          </p:spPr>
        </p:cxnSp>
      </p:grpSp>
      <p:grpSp>
        <p:nvGrpSpPr>
          <p:cNvPr id="1292" name="Google Shape;1292;p7"/>
          <p:cNvGrpSpPr/>
          <p:nvPr/>
        </p:nvGrpSpPr>
        <p:grpSpPr>
          <a:xfrm>
            <a:off x="4376675" y="430750"/>
            <a:ext cx="4265700" cy="4320000"/>
            <a:chOff x="4376675" y="430750"/>
            <a:chExt cx="4265700" cy="4320000"/>
          </a:xfrm>
        </p:grpSpPr>
        <p:sp>
          <p:nvSpPr>
            <p:cNvPr id="1293" name="Google Shape;1293;p7"/>
            <p:cNvSpPr/>
            <p:nvPr/>
          </p:nvSpPr>
          <p:spPr>
            <a:xfrm>
              <a:off x="4376675" y="430750"/>
              <a:ext cx="4265700" cy="43200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
            <p:cNvSpPr/>
            <p:nvPr/>
          </p:nvSpPr>
          <p:spPr>
            <a:xfrm>
              <a:off x="4413250" y="467350"/>
              <a:ext cx="4189800" cy="37125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
            <p:cNvSpPr/>
            <p:nvPr/>
          </p:nvSpPr>
          <p:spPr>
            <a:xfrm>
              <a:off x="4413275" y="4216550"/>
              <a:ext cx="4189800" cy="4983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6" name="Google Shape;1296;p7"/>
          <p:cNvSpPr txBox="1">
            <a:spLocks noGrp="1"/>
          </p:cNvSpPr>
          <p:nvPr>
            <p:ph type="title"/>
          </p:nvPr>
        </p:nvSpPr>
        <p:spPr>
          <a:xfrm>
            <a:off x="4580250" y="1498250"/>
            <a:ext cx="3848100" cy="462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800"/>
              <a:buFont typeface="Lexend Tera"/>
              <a:buNone/>
              <a:defRPr sz="2800" b="1">
                <a:solidFill>
                  <a:schemeClr val="dk1"/>
                </a:solidFill>
                <a:latin typeface="Lexend Tera"/>
                <a:ea typeface="Lexend Tera"/>
                <a:cs typeface="Lexend Tera"/>
                <a:sym typeface="Lexend Tera"/>
              </a:defRPr>
            </a:lvl1pPr>
            <a:lvl2pPr lvl="1" rtl="0">
              <a:lnSpc>
                <a:spcPct val="100000"/>
              </a:lnSpc>
              <a:spcBef>
                <a:spcPts val="0"/>
              </a:spcBef>
              <a:spcAft>
                <a:spcPts val="0"/>
              </a:spcAft>
              <a:buClr>
                <a:schemeClr val="dk1"/>
              </a:buClr>
              <a:buSzPts val="2800"/>
              <a:buNone/>
              <a:defRPr sz="2800" b="1">
                <a:solidFill>
                  <a:schemeClr val="dk1"/>
                </a:solidFill>
              </a:defRPr>
            </a:lvl2pPr>
            <a:lvl3pPr lvl="2" rtl="0">
              <a:lnSpc>
                <a:spcPct val="100000"/>
              </a:lnSpc>
              <a:spcBef>
                <a:spcPts val="0"/>
              </a:spcBef>
              <a:spcAft>
                <a:spcPts val="0"/>
              </a:spcAft>
              <a:buClr>
                <a:schemeClr val="dk1"/>
              </a:buClr>
              <a:buSzPts val="2800"/>
              <a:buNone/>
              <a:defRPr sz="2800" b="1">
                <a:solidFill>
                  <a:schemeClr val="dk1"/>
                </a:solidFill>
              </a:defRPr>
            </a:lvl3pPr>
            <a:lvl4pPr lvl="3" rtl="0">
              <a:lnSpc>
                <a:spcPct val="100000"/>
              </a:lnSpc>
              <a:spcBef>
                <a:spcPts val="0"/>
              </a:spcBef>
              <a:spcAft>
                <a:spcPts val="0"/>
              </a:spcAft>
              <a:buClr>
                <a:schemeClr val="dk1"/>
              </a:buClr>
              <a:buSzPts val="2800"/>
              <a:buNone/>
              <a:defRPr sz="2800" b="1">
                <a:solidFill>
                  <a:schemeClr val="dk1"/>
                </a:solidFill>
              </a:defRPr>
            </a:lvl4pPr>
            <a:lvl5pPr lvl="4" rtl="0">
              <a:lnSpc>
                <a:spcPct val="100000"/>
              </a:lnSpc>
              <a:spcBef>
                <a:spcPts val="0"/>
              </a:spcBef>
              <a:spcAft>
                <a:spcPts val="0"/>
              </a:spcAft>
              <a:buClr>
                <a:schemeClr val="dk1"/>
              </a:buClr>
              <a:buSzPts val="2800"/>
              <a:buNone/>
              <a:defRPr sz="2800" b="1">
                <a:solidFill>
                  <a:schemeClr val="dk1"/>
                </a:solidFill>
              </a:defRPr>
            </a:lvl5pPr>
            <a:lvl6pPr lvl="5" rtl="0">
              <a:lnSpc>
                <a:spcPct val="100000"/>
              </a:lnSpc>
              <a:spcBef>
                <a:spcPts val="0"/>
              </a:spcBef>
              <a:spcAft>
                <a:spcPts val="0"/>
              </a:spcAft>
              <a:buClr>
                <a:schemeClr val="dk1"/>
              </a:buClr>
              <a:buSzPts val="2800"/>
              <a:buNone/>
              <a:defRPr sz="2800" b="1">
                <a:solidFill>
                  <a:schemeClr val="dk1"/>
                </a:solidFill>
              </a:defRPr>
            </a:lvl6pPr>
            <a:lvl7pPr lvl="6" rtl="0">
              <a:lnSpc>
                <a:spcPct val="100000"/>
              </a:lnSpc>
              <a:spcBef>
                <a:spcPts val="0"/>
              </a:spcBef>
              <a:spcAft>
                <a:spcPts val="0"/>
              </a:spcAft>
              <a:buClr>
                <a:schemeClr val="dk1"/>
              </a:buClr>
              <a:buSzPts val="2800"/>
              <a:buNone/>
              <a:defRPr sz="2800" b="1">
                <a:solidFill>
                  <a:schemeClr val="dk1"/>
                </a:solidFill>
              </a:defRPr>
            </a:lvl7pPr>
            <a:lvl8pPr lvl="7" rtl="0">
              <a:lnSpc>
                <a:spcPct val="100000"/>
              </a:lnSpc>
              <a:spcBef>
                <a:spcPts val="0"/>
              </a:spcBef>
              <a:spcAft>
                <a:spcPts val="0"/>
              </a:spcAft>
              <a:buClr>
                <a:schemeClr val="dk1"/>
              </a:buClr>
              <a:buSzPts val="2800"/>
              <a:buNone/>
              <a:defRPr sz="2800" b="1">
                <a:solidFill>
                  <a:schemeClr val="dk1"/>
                </a:solidFill>
              </a:defRPr>
            </a:lvl8pPr>
            <a:lvl9pPr lvl="8" rtl="0">
              <a:lnSpc>
                <a:spcPct val="100000"/>
              </a:lnSpc>
              <a:spcBef>
                <a:spcPts val="0"/>
              </a:spcBef>
              <a:spcAft>
                <a:spcPts val="0"/>
              </a:spcAft>
              <a:buClr>
                <a:schemeClr val="dk1"/>
              </a:buClr>
              <a:buSzPts val="2800"/>
              <a:buNone/>
              <a:defRPr sz="2800" b="1">
                <a:solidFill>
                  <a:schemeClr val="dk1"/>
                </a:solidFill>
              </a:defRPr>
            </a:lvl9pPr>
          </a:lstStyle>
          <a:p>
            <a:endParaRPr/>
          </a:p>
        </p:txBody>
      </p:sp>
      <p:sp>
        <p:nvSpPr>
          <p:cNvPr id="1297" name="Google Shape;1297;p7"/>
          <p:cNvSpPr txBox="1">
            <a:spLocks noGrp="1"/>
          </p:cNvSpPr>
          <p:nvPr>
            <p:ph type="body" idx="1"/>
          </p:nvPr>
        </p:nvSpPr>
        <p:spPr>
          <a:xfrm>
            <a:off x="4582600" y="2070707"/>
            <a:ext cx="3848100" cy="19482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Roboto Mono Light"/>
              <a:buChar char="⌂"/>
              <a:defRPr/>
            </a:lvl1pPr>
            <a:lvl2pPr marL="914400" lvl="1" indent="-304800" rtl="0">
              <a:lnSpc>
                <a:spcPct val="100000"/>
              </a:lnSpc>
              <a:spcBef>
                <a:spcPts val="0"/>
              </a:spcBef>
              <a:spcAft>
                <a:spcPts val="0"/>
              </a:spcAft>
              <a:buSzPts val="1200"/>
              <a:buFont typeface="Roboto Mono Light"/>
              <a:buChar char="○"/>
              <a:defRPr/>
            </a:lvl2pPr>
            <a:lvl3pPr marL="1371600" lvl="2" indent="-304800" rtl="0">
              <a:lnSpc>
                <a:spcPct val="100000"/>
              </a:lnSpc>
              <a:spcBef>
                <a:spcPts val="0"/>
              </a:spcBef>
              <a:spcAft>
                <a:spcPts val="0"/>
              </a:spcAft>
              <a:buSzPts val="1200"/>
              <a:buFont typeface="Roboto Mono Light"/>
              <a:buChar char="■"/>
              <a:defRPr/>
            </a:lvl3pPr>
            <a:lvl4pPr marL="1828800" lvl="3" indent="-304800" rtl="0">
              <a:lnSpc>
                <a:spcPct val="100000"/>
              </a:lnSpc>
              <a:spcBef>
                <a:spcPts val="0"/>
              </a:spcBef>
              <a:spcAft>
                <a:spcPts val="0"/>
              </a:spcAft>
              <a:buSzPts val="1200"/>
              <a:buFont typeface="Roboto Mono Light"/>
              <a:buChar char="●"/>
              <a:defRPr/>
            </a:lvl4pPr>
            <a:lvl5pPr marL="2286000" lvl="4" indent="-304800" rtl="0">
              <a:lnSpc>
                <a:spcPct val="100000"/>
              </a:lnSpc>
              <a:spcBef>
                <a:spcPts val="0"/>
              </a:spcBef>
              <a:spcAft>
                <a:spcPts val="0"/>
              </a:spcAft>
              <a:buSzPts val="1200"/>
              <a:buFont typeface="Roboto Mono Light"/>
              <a:buChar char="○"/>
              <a:defRPr/>
            </a:lvl5pPr>
            <a:lvl6pPr marL="2743200" lvl="5" indent="-304800" rtl="0">
              <a:lnSpc>
                <a:spcPct val="100000"/>
              </a:lnSpc>
              <a:spcBef>
                <a:spcPts val="0"/>
              </a:spcBef>
              <a:spcAft>
                <a:spcPts val="0"/>
              </a:spcAft>
              <a:buSzPts val="1200"/>
              <a:buFont typeface="Roboto Mono Light"/>
              <a:buChar char="■"/>
              <a:defRPr/>
            </a:lvl6pPr>
            <a:lvl7pPr marL="3200400" lvl="6" indent="-304800" rtl="0">
              <a:lnSpc>
                <a:spcPct val="100000"/>
              </a:lnSpc>
              <a:spcBef>
                <a:spcPts val="0"/>
              </a:spcBef>
              <a:spcAft>
                <a:spcPts val="0"/>
              </a:spcAft>
              <a:buSzPts val="1200"/>
              <a:buFont typeface="Roboto Mono Light"/>
              <a:buChar char="●"/>
              <a:defRPr/>
            </a:lvl7pPr>
            <a:lvl8pPr marL="3657600" lvl="7" indent="-304800" rtl="0">
              <a:lnSpc>
                <a:spcPct val="100000"/>
              </a:lnSpc>
              <a:spcBef>
                <a:spcPts val="0"/>
              </a:spcBef>
              <a:spcAft>
                <a:spcPts val="0"/>
              </a:spcAft>
              <a:buSzPts val="1200"/>
              <a:buFont typeface="Roboto Mono Light"/>
              <a:buChar char="○"/>
              <a:defRPr/>
            </a:lvl8pPr>
            <a:lvl9pPr marL="4114800" lvl="8" indent="-304800" rtl="0">
              <a:lnSpc>
                <a:spcPct val="100000"/>
              </a:lnSpc>
              <a:spcBef>
                <a:spcPts val="0"/>
              </a:spcBef>
              <a:spcAft>
                <a:spcPts val="0"/>
              </a:spcAft>
              <a:buSzPts val="1200"/>
              <a:buFont typeface="Roboto Mono Light"/>
              <a:buChar char="■"/>
              <a:defRPr/>
            </a:lvl9pPr>
          </a:lstStyle>
          <a:p>
            <a:endParaRPr/>
          </a:p>
        </p:txBody>
      </p:sp>
      <p:sp>
        <p:nvSpPr>
          <p:cNvPr id="1298" name="Google Shape;1298;p7"/>
          <p:cNvSpPr>
            <a:spLocks noGrp="1"/>
          </p:cNvSpPr>
          <p:nvPr>
            <p:ph type="pic" idx="2"/>
          </p:nvPr>
        </p:nvSpPr>
        <p:spPr>
          <a:xfrm>
            <a:off x="550" y="427625"/>
            <a:ext cx="3764700" cy="4288200"/>
          </a:xfrm>
          <a:prstGeom prst="rect">
            <a:avLst/>
          </a:prstGeom>
          <a:noFill/>
          <a:ln w="19050" cap="flat" cmpd="sng">
            <a:solidFill>
              <a:schemeClr val="dk1"/>
            </a:solidFill>
            <a:prstDash val="solid"/>
            <a:miter lim="8000"/>
            <a:headEnd type="none" w="sm" len="sm"/>
            <a:tailEnd type="none" w="sm" len="sm"/>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99"/>
        <p:cNvGrpSpPr/>
        <p:nvPr/>
      </p:nvGrpSpPr>
      <p:grpSpPr>
        <a:xfrm>
          <a:off x="0" y="0"/>
          <a:ext cx="0" cy="0"/>
          <a:chOff x="0" y="0"/>
          <a:chExt cx="0" cy="0"/>
        </a:xfrm>
      </p:grpSpPr>
      <p:sp>
        <p:nvSpPr>
          <p:cNvPr id="1300" name="Google Shape;1300;p8"/>
          <p:cNvSpPr/>
          <p:nvPr/>
        </p:nvSpPr>
        <p:spPr>
          <a:xfrm rot="10800000" flipH="1">
            <a:off x="538400" y="427725"/>
            <a:ext cx="8067300" cy="4989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1" name="Google Shape;1301;p8"/>
          <p:cNvGrpSpPr/>
          <p:nvPr/>
        </p:nvGrpSpPr>
        <p:grpSpPr>
          <a:xfrm>
            <a:off x="501200" y="391025"/>
            <a:ext cx="8141100" cy="4361400"/>
            <a:chOff x="501200" y="391025"/>
            <a:chExt cx="8141100" cy="4361400"/>
          </a:xfrm>
        </p:grpSpPr>
        <p:sp>
          <p:nvSpPr>
            <p:cNvPr id="1302" name="Google Shape;1302;p8"/>
            <p:cNvSpPr/>
            <p:nvPr/>
          </p:nvSpPr>
          <p:spPr>
            <a:xfrm>
              <a:off x="501200" y="391025"/>
              <a:ext cx="8141100" cy="43614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03" name="Google Shape;1303;p8"/>
            <p:cNvCxnSpPr/>
            <p:nvPr/>
          </p:nvCxnSpPr>
          <p:spPr>
            <a:xfrm>
              <a:off x="1076650" y="428153"/>
              <a:ext cx="0" cy="497700"/>
            </a:xfrm>
            <a:prstGeom prst="straightConnector1">
              <a:avLst/>
            </a:prstGeom>
            <a:noFill/>
            <a:ln w="19050" cap="flat" cmpd="sng">
              <a:solidFill>
                <a:schemeClr val="dk1"/>
              </a:solidFill>
              <a:prstDash val="solid"/>
              <a:round/>
              <a:headEnd type="none" w="med" len="med"/>
              <a:tailEnd type="none" w="med" len="med"/>
            </a:ln>
          </p:spPr>
        </p:cxnSp>
        <p:cxnSp>
          <p:nvCxnSpPr>
            <p:cNvPr id="1304" name="Google Shape;1304;p8"/>
            <p:cNvCxnSpPr/>
            <p:nvPr/>
          </p:nvCxnSpPr>
          <p:spPr>
            <a:xfrm>
              <a:off x="538500" y="417982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05" name="Google Shape;1305;p8"/>
            <p:cNvCxnSpPr/>
            <p:nvPr/>
          </p:nvCxnSpPr>
          <p:spPr>
            <a:xfrm>
              <a:off x="538500" y="3107768"/>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06" name="Google Shape;1306;p8"/>
            <p:cNvCxnSpPr/>
            <p:nvPr/>
          </p:nvCxnSpPr>
          <p:spPr>
            <a:xfrm>
              <a:off x="538500" y="2035712"/>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07" name="Google Shape;1307;p8"/>
            <p:cNvCxnSpPr/>
            <p:nvPr/>
          </p:nvCxnSpPr>
          <p:spPr>
            <a:xfrm>
              <a:off x="538500" y="428703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08" name="Google Shape;1308;p8"/>
            <p:cNvCxnSpPr/>
            <p:nvPr/>
          </p:nvCxnSpPr>
          <p:spPr>
            <a:xfrm>
              <a:off x="538500" y="439423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09" name="Google Shape;1309;p8"/>
            <p:cNvCxnSpPr/>
            <p:nvPr/>
          </p:nvCxnSpPr>
          <p:spPr>
            <a:xfrm>
              <a:off x="538500" y="450144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0" name="Google Shape;1310;p8"/>
            <p:cNvCxnSpPr/>
            <p:nvPr/>
          </p:nvCxnSpPr>
          <p:spPr>
            <a:xfrm>
              <a:off x="538500" y="46086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1" name="Google Shape;1311;p8"/>
            <p:cNvCxnSpPr/>
            <p:nvPr/>
          </p:nvCxnSpPr>
          <p:spPr>
            <a:xfrm>
              <a:off x="538500" y="375100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2" name="Google Shape;1312;p8"/>
            <p:cNvCxnSpPr/>
            <p:nvPr/>
          </p:nvCxnSpPr>
          <p:spPr>
            <a:xfrm>
              <a:off x="538500" y="38582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3" name="Google Shape;1313;p8"/>
            <p:cNvCxnSpPr/>
            <p:nvPr/>
          </p:nvCxnSpPr>
          <p:spPr>
            <a:xfrm>
              <a:off x="538500" y="396541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4" name="Google Shape;1314;p8"/>
            <p:cNvCxnSpPr/>
            <p:nvPr/>
          </p:nvCxnSpPr>
          <p:spPr>
            <a:xfrm>
              <a:off x="538500" y="40726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5" name="Google Shape;1315;p8"/>
            <p:cNvCxnSpPr/>
            <p:nvPr/>
          </p:nvCxnSpPr>
          <p:spPr>
            <a:xfrm>
              <a:off x="538500" y="3643796"/>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16" name="Google Shape;1316;p8"/>
            <p:cNvCxnSpPr/>
            <p:nvPr/>
          </p:nvCxnSpPr>
          <p:spPr>
            <a:xfrm>
              <a:off x="538500" y="321497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7" name="Google Shape;1317;p8"/>
            <p:cNvCxnSpPr/>
            <p:nvPr/>
          </p:nvCxnSpPr>
          <p:spPr>
            <a:xfrm>
              <a:off x="538500" y="33221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8" name="Google Shape;1318;p8"/>
            <p:cNvCxnSpPr/>
            <p:nvPr/>
          </p:nvCxnSpPr>
          <p:spPr>
            <a:xfrm>
              <a:off x="538500" y="342938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19" name="Google Shape;1319;p8"/>
            <p:cNvCxnSpPr/>
            <p:nvPr/>
          </p:nvCxnSpPr>
          <p:spPr>
            <a:xfrm>
              <a:off x="538500" y="35365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0" name="Google Shape;1320;p8"/>
            <p:cNvCxnSpPr/>
            <p:nvPr/>
          </p:nvCxnSpPr>
          <p:spPr>
            <a:xfrm>
              <a:off x="538500" y="26789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1" name="Google Shape;1321;p8"/>
            <p:cNvCxnSpPr/>
            <p:nvPr/>
          </p:nvCxnSpPr>
          <p:spPr>
            <a:xfrm>
              <a:off x="538500" y="278615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2" name="Google Shape;1322;p8"/>
            <p:cNvCxnSpPr/>
            <p:nvPr/>
          </p:nvCxnSpPr>
          <p:spPr>
            <a:xfrm>
              <a:off x="538500" y="289335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3" name="Google Shape;1323;p8"/>
            <p:cNvCxnSpPr/>
            <p:nvPr/>
          </p:nvCxnSpPr>
          <p:spPr>
            <a:xfrm>
              <a:off x="538500" y="30005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4" name="Google Shape;1324;p8"/>
            <p:cNvCxnSpPr/>
            <p:nvPr/>
          </p:nvCxnSpPr>
          <p:spPr>
            <a:xfrm>
              <a:off x="538500" y="2571740"/>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25" name="Google Shape;1325;p8"/>
            <p:cNvCxnSpPr/>
            <p:nvPr/>
          </p:nvCxnSpPr>
          <p:spPr>
            <a:xfrm>
              <a:off x="538500" y="21429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6" name="Google Shape;1326;p8"/>
            <p:cNvCxnSpPr/>
            <p:nvPr/>
          </p:nvCxnSpPr>
          <p:spPr>
            <a:xfrm>
              <a:off x="538500" y="225012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7" name="Google Shape;1327;p8"/>
            <p:cNvCxnSpPr/>
            <p:nvPr/>
          </p:nvCxnSpPr>
          <p:spPr>
            <a:xfrm>
              <a:off x="538500" y="235732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8" name="Google Shape;1328;p8"/>
            <p:cNvCxnSpPr/>
            <p:nvPr/>
          </p:nvCxnSpPr>
          <p:spPr>
            <a:xfrm>
              <a:off x="538500" y="246453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29" name="Google Shape;1329;p8"/>
            <p:cNvCxnSpPr/>
            <p:nvPr/>
          </p:nvCxnSpPr>
          <p:spPr>
            <a:xfrm>
              <a:off x="538500" y="16068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0" name="Google Shape;1330;p8"/>
            <p:cNvCxnSpPr/>
            <p:nvPr/>
          </p:nvCxnSpPr>
          <p:spPr>
            <a:xfrm>
              <a:off x="538500" y="171409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1" name="Google Shape;1331;p8"/>
            <p:cNvCxnSpPr/>
            <p:nvPr/>
          </p:nvCxnSpPr>
          <p:spPr>
            <a:xfrm>
              <a:off x="538500" y="182130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2" name="Google Shape;1332;p8"/>
            <p:cNvCxnSpPr/>
            <p:nvPr/>
          </p:nvCxnSpPr>
          <p:spPr>
            <a:xfrm>
              <a:off x="538500" y="19285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3" name="Google Shape;1333;p8"/>
            <p:cNvCxnSpPr/>
            <p:nvPr/>
          </p:nvCxnSpPr>
          <p:spPr>
            <a:xfrm>
              <a:off x="538500" y="149968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334" name="Google Shape;1334;p8"/>
            <p:cNvCxnSpPr/>
            <p:nvPr/>
          </p:nvCxnSpPr>
          <p:spPr>
            <a:xfrm>
              <a:off x="538500" y="10708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5" name="Google Shape;1335;p8"/>
            <p:cNvCxnSpPr/>
            <p:nvPr/>
          </p:nvCxnSpPr>
          <p:spPr>
            <a:xfrm>
              <a:off x="538500" y="117806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6" name="Google Shape;1336;p8"/>
            <p:cNvCxnSpPr/>
            <p:nvPr/>
          </p:nvCxnSpPr>
          <p:spPr>
            <a:xfrm>
              <a:off x="538500" y="128527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7" name="Google Shape;1337;p8"/>
            <p:cNvCxnSpPr/>
            <p:nvPr/>
          </p:nvCxnSpPr>
          <p:spPr>
            <a:xfrm>
              <a:off x="538500" y="13924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338" name="Google Shape;1338;p8"/>
            <p:cNvCxnSpPr/>
            <p:nvPr/>
          </p:nvCxnSpPr>
          <p:spPr>
            <a:xfrm>
              <a:off x="64595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39" name="Google Shape;1339;p8"/>
            <p:cNvCxnSpPr/>
            <p:nvPr/>
          </p:nvCxnSpPr>
          <p:spPr>
            <a:xfrm>
              <a:off x="75351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0" name="Google Shape;1340;p8"/>
            <p:cNvCxnSpPr/>
            <p:nvPr/>
          </p:nvCxnSpPr>
          <p:spPr>
            <a:xfrm>
              <a:off x="8610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1" name="Google Shape;1341;p8"/>
            <p:cNvCxnSpPr/>
            <p:nvPr/>
          </p:nvCxnSpPr>
          <p:spPr>
            <a:xfrm>
              <a:off x="96864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2" name="Google Shape;1342;p8"/>
            <p:cNvCxnSpPr/>
            <p:nvPr/>
          </p:nvCxnSpPr>
          <p:spPr>
            <a:xfrm>
              <a:off x="1076203"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43" name="Google Shape;1343;p8"/>
            <p:cNvCxnSpPr/>
            <p:nvPr/>
          </p:nvCxnSpPr>
          <p:spPr>
            <a:xfrm>
              <a:off x="11837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4" name="Google Shape;1344;p8"/>
            <p:cNvCxnSpPr/>
            <p:nvPr/>
          </p:nvCxnSpPr>
          <p:spPr>
            <a:xfrm>
              <a:off x="129133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5" name="Google Shape;1345;p8"/>
            <p:cNvCxnSpPr/>
            <p:nvPr/>
          </p:nvCxnSpPr>
          <p:spPr>
            <a:xfrm>
              <a:off x="139889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6" name="Google Shape;1346;p8"/>
            <p:cNvCxnSpPr/>
            <p:nvPr/>
          </p:nvCxnSpPr>
          <p:spPr>
            <a:xfrm>
              <a:off x="150645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7" name="Google Shape;1347;p8"/>
            <p:cNvCxnSpPr/>
            <p:nvPr/>
          </p:nvCxnSpPr>
          <p:spPr>
            <a:xfrm>
              <a:off x="1614020"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48" name="Google Shape;1348;p8"/>
            <p:cNvCxnSpPr/>
            <p:nvPr/>
          </p:nvCxnSpPr>
          <p:spPr>
            <a:xfrm>
              <a:off x="17215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49" name="Google Shape;1349;p8"/>
            <p:cNvCxnSpPr/>
            <p:nvPr/>
          </p:nvCxnSpPr>
          <p:spPr>
            <a:xfrm>
              <a:off x="182914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0" name="Google Shape;1350;p8"/>
            <p:cNvCxnSpPr/>
            <p:nvPr/>
          </p:nvCxnSpPr>
          <p:spPr>
            <a:xfrm>
              <a:off x="193671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1" name="Google Shape;1351;p8"/>
            <p:cNvCxnSpPr/>
            <p:nvPr/>
          </p:nvCxnSpPr>
          <p:spPr>
            <a:xfrm>
              <a:off x="20442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2" name="Google Shape;1352;p8"/>
            <p:cNvCxnSpPr/>
            <p:nvPr/>
          </p:nvCxnSpPr>
          <p:spPr>
            <a:xfrm>
              <a:off x="215183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53" name="Google Shape;1353;p8"/>
            <p:cNvCxnSpPr/>
            <p:nvPr/>
          </p:nvCxnSpPr>
          <p:spPr>
            <a:xfrm>
              <a:off x="225940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4" name="Google Shape;1354;p8"/>
            <p:cNvCxnSpPr/>
            <p:nvPr/>
          </p:nvCxnSpPr>
          <p:spPr>
            <a:xfrm>
              <a:off x="23669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5" name="Google Shape;1355;p8"/>
            <p:cNvCxnSpPr/>
            <p:nvPr/>
          </p:nvCxnSpPr>
          <p:spPr>
            <a:xfrm>
              <a:off x="247452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6" name="Google Shape;1356;p8"/>
            <p:cNvCxnSpPr/>
            <p:nvPr/>
          </p:nvCxnSpPr>
          <p:spPr>
            <a:xfrm>
              <a:off x="258209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7" name="Google Shape;1357;p8"/>
            <p:cNvCxnSpPr/>
            <p:nvPr/>
          </p:nvCxnSpPr>
          <p:spPr>
            <a:xfrm>
              <a:off x="26896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58" name="Google Shape;1358;p8"/>
            <p:cNvCxnSpPr/>
            <p:nvPr/>
          </p:nvCxnSpPr>
          <p:spPr>
            <a:xfrm>
              <a:off x="279721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59" name="Google Shape;1359;p8"/>
            <p:cNvCxnSpPr/>
            <p:nvPr/>
          </p:nvCxnSpPr>
          <p:spPr>
            <a:xfrm>
              <a:off x="290478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0" name="Google Shape;1360;p8"/>
            <p:cNvCxnSpPr/>
            <p:nvPr/>
          </p:nvCxnSpPr>
          <p:spPr>
            <a:xfrm>
              <a:off x="301234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1" name="Google Shape;1361;p8"/>
            <p:cNvCxnSpPr/>
            <p:nvPr/>
          </p:nvCxnSpPr>
          <p:spPr>
            <a:xfrm>
              <a:off x="311990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2" name="Google Shape;1362;p8"/>
            <p:cNvCxnSpPr/>
            <p:nvPr/>
          </p:nvCxnSpPr>
          <p:spPr>
            <a:xfrm>
              <a:off x="32274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63" name="Google Shape;1363;p8"/>
            <p:cNvCxnSpPr/>
            <p:nvPr/>
          </p:nvCxnSpPr>
          <p:spPr>
            <a:xfrm>
              <a:off x="333503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4" name="Google Shape;1364;p8"/>
            <p:cNvCxnSpPr/>
            <p:nvPr/>
          </p:nvCxnSpPr>
          <p:spPr>
            <a:xfrm>
              <a:off x="344259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5" name="Google Shape;1365;p8"/>
            <p:cNvCxnSpPr/>
            <p:nvPr/>
          </p:nvCxnSpPr>
          <p:spPr>
            <a:xfrm>
              <a:off x="35501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6" name="Google Shape;1366;p8"/>
            <p:cNvCxnSpPr/>
            <p:nvPr/>
          </p:nvCxnSpPr>
          <p:spPr>
            <a:xfrm>
              <a:off x="365772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7" name="Google Shape;1367;p8"/>
            <p:cNvCxnSpPr/>
            <p:nvPr/>
          </p:nvCxnSpPr>
          <p:spPr>
            <a:xfrm>
              <a:off x="376528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68" name="Google Shape;1368;p8"/>
            <p:cNvCxnSpPr/>
            <p:nvPr/>
          </p:nvCxnSpPr>
          <p:spPr>
            <a:xfrm>
              <a:off x="38728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69" name="Google Shape;1369;p8"/>
            <p:cNvCxnSpPr/>
            <p:nvPr/>
          </p:nvCxnSpPr>
          <p:spPr>
            <a:xfrm>
              <a:off x="398041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0" name="Google Shape;1370;p8"/>
            <p:cNvCxnSpPr/>
            <p:nvPr/>
          </p:nvCxnSpPr>
          <p:spPr>
            <a:xfrm>
              <a:off x="40879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1" name="Google Shape;1371;p8"/>
            <p:cNvCxnSpPr/>
            <p:nvPr/>
          </p:nvCxnSpPr>
          <p:spPr>
            <a:xfrm>
              <a:off x="41955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2" name="Google Shape;1372;p8"/>
            <p:cNvCxnSpPr/>
            <p:nvPr/>
          </p:nvCxnSpPr>
          <p:spPr>
            <a:xfrm>
              <a:off x="430310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73" name="Google Shape;1373;p8"/>
            <p:cNvCxnSpPr/>
            <p:nvPr/>
          </p:nvCxnSpPr>
          <p:spPr>
            <a:xfrm>
              <a:off x="44106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4" name="Google Shape;1374;p8"/>
            <p:cNvCxnSpPr/>
            <p:nvPr/>
          </p:nvCxnSpPr>
          <p:spPr>
            <a:xfrm>
              <a:off x="451823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5" name="Google Shape;1375;p8"/>
            <p:cNvCxnSpPr/>
            <p:nvPr/>
          </p:nvCxnSpPr>
          <p:spPr>
            <a:xfrm>
              <a:off x="462579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6" name="Google Shape;1376;p8"/>
            <p:cNvCxnSpPr/>
            <p:nvPr/>
          </p:nvCxnSpPr>
          <p:spPr>
            <a:xfrm>
              <a:off x="473335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7" name="Google Shape;1377;p8"/>
            <p:cNvCxnSpPr/>
            <p:nvPr/>
          </p:nvCxnSpPr>
          <p:spPr>
            <a:xfrm>
              <a:off x="484092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78" name="Google Shape;1378;p8"/>
            <p:cNvCxnSpPr/>
            <p:nvPr/>
          </p:nvCxnSpPr>
          <p:spPr>
            <a:xfrm>
              <a:off x="49484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79" name="Google Shape;1379;p8"/>
            <p:cNvCxnSpPr/>
            <p:nvPr/>
          </p:nvCxnSpPr>
          <p:spPr>
            <a:xfrm>
              <a:off x="505604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0" name="Google Shape;1380;p8"/>
            <p:cNvCxnSpPr/>
            <p:nvPr/>
          </p:nvCxnSpPr>
          <p:spPr>
            <a:xfrm>
              <a:off x="516361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1" name="Google Shape;1381;p8"/>
            <p:cNvCxnSpPr/>
            <p:nvPr/>
          </p:nvCxnSpPr>
          <p:spPr>
            <a:xfrm>
              <a:off x="52711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2" name="Google Shape;1382;p8"/>
            <p:cNvCxnSpPr/>
            <p:nvPr/>
          </p:nvCxnSpPr>
          <p:spPr>
            <a:xfrm>
              <a:off x="537873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83" name="Google Shape;1383;p8"/>
            <p:cNvCxnSpPr/>
            <p:nvPr/>
          </p:nvCxnSpPr>
          <p:spPr>
            <a:xfrm>
              <a:off x="602411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4" name="Google Shape;1384;p8"/>
            <p:cNvCxnSpPr/>
            <p:nvPr/>
          </p:nvCxnSpPr>
          <p:spPr>
            <a:xfrm>
              <a:off x="613168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5" name="Google Shape;1385;p8"/>
            <p:cNvCxnSpPr/>
            <p:nvPr/>
          </p:nvCxnSpPr>
          <p:spPr>
            <a:xfrm>
              <a:off x="623924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6" name="Google Shape;1386;p8"/>
            <p:cNvCxnSpPr/>
            <p:nvPr/>
          </p:nvCxnSpPr>
          <p:spPr>
            <a:xfrm>
              <a:off x="634680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7" name="Google Shape;1387;p8"/>
            <p:cNvCxnSpPr/>
            <p:nvPr/>
          </p:nvCxnSpPr>
          <p:spPr>
            <a:xfrm>
              <a:off x="64543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88" name="Google Shape;1388;p8"/>
            <p:cNvCxnSpPr/>
            <p:nvPr/>
          </p:nvCxnSpPr>
          <p:spPr>
            <a:xfrm>
              <a:off x="656193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89" name="Google Shape;1389;p8"/>
            <p:cNvCxnSpPr/>
            <p:nvPr/>
          </p:nvCxnSpPr>
          <p:spPr>
            <a:xfrm>
              <a:off x="666949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0" name="Google Shape;1390;p8"/>
            <p:cNvCxnSpPr/>
            <p:nvPr/>
          </p:nvCxnSpPr>
          <p:spPr>
            <a:xfrm>
              <a:off x="67770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1" name="Google Shape;1391;p8"/>
            <p:cNvCxnSpPr/>
            <p:nvPr/>
          </p:nvCxnSpPr>
          <p:spPr>
            <a:xfrm>
              <a:off x="688462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2" name="Google Shape;1392;p8"/>
            <p:cNvCxnSpPr/>
            <p:nvPr/>
          </p:nvCxnSpPr>
          <p:spPr>
            <a:xfrm>
              <a:off x="548630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3" name="Google Shape;1393;p8"/>
            <p:cNvCxnSpPr/>
            <p:nvPr/>
          </p:nvCxnSpPr>
          <p:spPr>
            <a:xfrm>
              <a:off x="55938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4" name="Google Shape;1394;p8"/>
            <p:cNvCxnSpPr/>
            <p:nvPr/>
          </p:nvCxnSpPr>
          <p:spPr>
            <a:xfrm>
              <a:off x="570142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5" name="Google Shape;1395;p8"/>
            <p:cNvCxnSpPr/>
            <p:nvPr/>
          </p:nvCxnSpPr>
          <p:spPr>
            <a:xfrm>
              <a:off x="580899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6" name="Google Shape;1396;p8"/>
            <p:cNvCxnSpPr/>
            <p:nvPr/>
          </p:nvCxnSpPr>
          <p:spPr>
            <a:xfrm>
              <a:off x="59165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97" name="Google Shape;1397;p8"/>
            <p:cNvCxnSpPr/>
            <p:nvPr/>
          </p:nvCxnSpPr>
          <p:spPr>
            <a:xfrm>
              <a:off x="70997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398" name="Google Shape;1398;p8"/>
            <p:cNvCxnSpPr/>
            <p:nvPr/>
          </p:nvCxnSpPr>
          <p:spPr>
            <a:xfrm>
              <a:off x="699218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399" name="Google Shape;1399;p8"/>
            <p:cNvCxnSpPr/>
            <p:nvPr/>
          </p:nvCxnSpPr>
          <p:spPr>
            <a:xfrm>
              <a:off x="720731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00" name="Google Shape;1400;p8"/>
            <p:cNvCxnSpPr/>
            <p:nvPr/>
          </p:nvCxnSpPr>
          <p:spPr>
            <a:xfrm>
              <a:off x="731487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01" name="Google Shape;1401;p8"/>
            <p:cNvCxnSpPr/>
            <p:nvPr/>
          </p:nvCxnSpPr>
          <p:spPr>
            <a:xfrm>
              <a:off x="74224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02" name="Google Shape;1402;p8"/>
            <p:cNvCxnSpPr/>
            <p:nvPr/>
          </p:nvCxnSpPr>
          <p:spPr>
            <a:xfrm>
              <a:off x="763756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03" name="Google Shape;1403;p8"/>
            <p:cNvCxnSpPr/>
            <p:nvPr/>
          </p:nvCxnSpPr>
          <p:spPr>
            <a:xfrm>
              <a:off x="774513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04" name="Google Shape;1404;p8"/>
            <p:cNvCxnSpPr/>
            <p:nvPr/>
          </p:nvCxnSpPr>
          <p:spPr>
            <a:xfrm>
              <a:off x="785269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05" name="Google Shape;1405;p8"/>
            <p:cNvCxnSpPr/>
            <p:nvPr/>
          </p:nvCxnSpPr>
          <p:spPr>
            <a:xfrm>
              <a:off x="796025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06" name="Google Shape;1406;p8"/>
            <p:cNvCxnSpPr/>
            <p:nvPr/>
          </p:nvCxnSpPr>
          <p:spPr>
            <a:xfrm>
              <a:off x="8067822" y="963175"/>
              <a:ext cx="0" cy="3749100"/>
            </a:xfrm>
            <a:prstGeom prst="straightConnector1">
              <a:avLst/>
            </a:prstGeom>
            <a:noFill/>
            <a:ln w="19050" cap="flat" cmpd="sng">
              <a:solidFill>
                <a:schemeClr val="dk2"/>
              </a:solidFill>
              <a:prstDash val="solid"/>
              <a:round/>
              <a:headEnd type="none" w="med" len="med"/>
              <a:tailEnd type="none" w="med" len="med"/>
            </a:ln>
          </p:spPr>
        </p:cxnSp>
        <p:cxnSp>
          <p:nvCxnSpPr>
            <p:cNvPr id="1407" name="Google Shape;1407;p8"/>
            <p:cNvCxnSpPr/>
            <p:nvPr/>
          </p:nvCxnSpPr>
          <p:spPr>
            <a:xfrm>
              <a:off x="817538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408;p8"/>
            <p:cNvCxnSpPr/>
            <p:nvPr/>
          </p:nvCxnSpPr>
          <p:spPr>
            <a:xfrm>
              <a:off x="828294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409;p8"/>
            <p:cNvCxnSpPr/>
            <p:nvPr/>
          </p:nvCxnSpPr>
          <p:spPr>
            <a:xfrm>
              <a:off x="839051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10" name="Google Shape;1410;p8"/>
            <p:cNvCxnSpPr/>
            <p:nvPr/>
          </p:nvCxnSpPr>
          <p:spPr>
            <a:xfrm>
              <a:off x="849807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411" name="Google Shape;1411;p8"/>
            <p:cNvCxnSpPr/>
            <p:nvPr/>
          </p:nvCxnSpPr>
          <p:spPr>
            <a:xfrm>
              <a:off x="7530005" y="969523"/>
              <a:ext cx="0" cy="3744300"/>
            </a:xfrm>
            <a:prstGeom prst="straightConnector1">
              <a:avLst/>
            </a:prstGeom>
            <a:noFill/>
            <a:ln w="19050" cap="flat" cmpd="sng">
              <a:solidFill>
                <a:schemeClr val="dk2"/>
              </a:solidFill>
              <a:prstDash val="solid"/>
              <a:round/>
              <a:headEnd type="none" w="med" len="med"/>
              <a:tailEnd type="none" w="med" len="med"/>
            </a:ln>
          </p:spPr>
        </p:cxnSp>
        <p:sp>
          <p:nvSpPr>
            <p:cNvPr id="1412" name="Google Shape;1412;p8"/>
            <p:cNvSpPr/>
            <p:nvPr/>
          </p:nvSpPr>
          <p:spPr>
            <a:xfrm>
              <a:off x="538400" y="963650"/>
              <a:ext cx="8067300" cy="37515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3" name="Google Shape;1413;p8"/>
          <p:cNvSpPr txBox="1">
            <a:spLocks noGrp="1"/>
          </p:cNvSpPr>
          <p:nvPr>
            <p:ph type="subTitle" idx="1"/>
          </p:nvPr>
        </p:nvSpPr>
        <p:spPr>
          <a:xfrm>
            <a:off x="3587750" y="427625"/>
            <a:ext cx="1968600" cy="49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2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14" name="Google Shape;1414;p8"/>
          <p:cNvSpPr txBox="1">
            <a:spLocks noGrp="1"/>
          </p:cNvSpPr>
          <p:nvPr>
            <p:ph type="title" hasCustomPrompt="1"/>
          </p:nvPr>
        </p:nvSpPr>
        <p:spPr>
          <a:xfrm>
            <a:off x="7003450" y="427625"/>
            <a:ext cx="1602300" cy="498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r>
              <a:t>xx%</a:t>
            </a:r>
          </a:p>
        </p:txBody>
      </p:sp>
      <p:cxnSp>
        <p:nvCxnSpPr>
          <p:cNvPr id="1415" name="Google Shape;1415;p8"/>
          <p:cNvCxnSpPr/>
          <p:nvPr/>
        </p:nvCxnSpPr>
        <p:spPr>
          <a:xfrm>
            <a:off x="7003450" y="428153"/>
            <a:ext cx="0" cy="497700"/>
          </a:xfrm>
          <a:prstGeom prst="straightConnector1">
            <a:avLst/>
          </a:prstGeom>
          <a:noFill/>
          <a:ln w="19050" cap="flat" cmpd="sng">
            <a:solidFill>
              <a:schemeClr val="dk1"/>
            </a:solidFill>
            <a:prstDash val="solid"/>
            <a:round/>
            <a:headEnd type="none" w="med" len="med"/>
            <a:tailEnd type="none" w="med" len="med"/>
          </a:ln>
        </p:spPr>
      </p:cxnSp>
      <p:sp>
        <p:nvSpPr>
          <p:cNvPr id="1416" name="Google Shape;1416;p8"/>
          <p:cNvSpPr txBox="1">
            <a:spLocks noGrp="1"/>
          </p:cNvSpPr>
          <p:nvPr>
            <p:ph type="title" idx="2"/>
          </p:nvPr>
        </p:nvSpPr>
        <p:spPr>
          <a:xfrm>
            <a:off x="1388100" y="1407213"/>
            <a:ext cx="6367800" cy="28665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r">
              <a:spcBef>
                <a:spcPts val="0"/>
              </a:spcBef>
              <a:spcAft>
                <a:spcPts val="0"/>
              </a:spcAft>
              <a:buSzPts val="4800"/>
              <a:buNone/>
              <a:defRPr sz="4800"/>
            </a:lvl2pPr>
            <a:lvl3pPr lvl="2" algn="r">
              <a:spcBef>
                <a:spcPts val="0"/>
              </a:spcBef>
              <a:spcAft>
                <a:spcPts val="0"/>
              </a:spcAft>
              <a:buSzPts val="4800"/>
              <a:buNone/>
              <a:defRPr sz="4800"/>
            </a:lvl3pPr>
            <a:lvl4pPr lvl="3" algn="r">
              <a:spcBef>
                <a:spcPts val="0"/>
              </a:spcBef>
              <a:spcAft>
                <a:spcPts val="0"/>
              </a:spcAft>
              <a:buSzPts val="4800"/>
              <a:buNone/>
              <a:defRPr sz="4800"/>
            </a:lvl4pPr>
            <a:lvl5pPr lvl="4" algn="r">
              <a:spcBef>
                <a:spcPts val="0"/>
              </a:spcBef>
              <a:spcAft>
                <a:spcPts val="0"/>
              </a:spcAft>
              <a:buSzPts val="4800"/>
              <a:buNone/>
              <a:defRPr sz="4800"/>
            </a:lvl5pPr>
            <a:lvl6pPr lvl="5" algn="r">
              <a:spcBef>
                <a:spcPts val="0"/>
              </a:spcBef>
              <a:spcAft>
                <a:spcPts val="0"/>
              </a:spcAft>
              <a:buSzPts val="4800"/>
              <a:buNone/>
              <a:defRPr sz="4800"/>
            </a:lvl6pPr>
            <a:lvl7pPr lvl="6" algn="r">
              <a:spcBef>
                <a:spcPts val="0"/>
              </a:spcBef>
              <a:spcAft>
                <a:spcPts val="0"/>
              </a:spcAft>
              <a:buSzPts val="4800"/>
              <a:buNone/>
              <a:defRPr sz="4800"/>
            </a:lvl7pPr>
            <a:lvl8pPr lvl="7" algn="r">
              <a:spcBef>
                <a:spcPts val="0"/>
              </a:spcBef>
              <a:spcAft>
                <a:spcPts val="0"/>
              </a:spcAft>
              <a:buSzPts val="4800"/>
              <a:buNone/>
              <a:defRPr sz="4800"/>
            </a:lvl8pPr>
            <a:lvl9pPr lvl="8" algn="r">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7"/>
        <p:cNvGrpSpPr/>
        <p:nvPr/>
      </p:nvGrpSpPr>
      <p:grpSpPr>
        <a:xfrm>
          <a:off x="0" y="0"/>
          <a:ext cx="0" cy="0"/>
          <a:chOff x="0" y="0"/>
          <a:chExt cx="0" cy="0"/>
        </a:xfrm>
      </p:grpSpPr>
      <p:sp>
        <p:nvSpPr>
          <p:cNvPr id="1418" name="Google Shape;1418;p9"/>
          <p:cNvSpPr/>
          <p:nvPr/>
        </p:nvSpPr>
        <p:spPr>
          <a:xfrm rot="10800000" flipH="1">
            <a:off x="538400" y="427725"/>
            <a:ext cx="8067300" cy="4989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19" name="Google Shape;1419;p9"/>
          <p:cNvGrpSpPr/>
          <p:nvPr/>
        </p:nvGrpSpPr>
        <p:grpSpPr>
          <a:xfrm>
            <a:off x="501200" y="391025"/>
            <a:ext cx="8141100" cy="4361400"/>
            <a:chOff x="501200" y="391025"/>
            <a:chExt cx="8141100" cy="4361400"/>
          </a:xfrm>
        </p:grpSpPr>
        <p:sp>
          <p:nvSpPr>
            <p:cNvPr id="1420" name="Google Shape;1420;p9"/>
            <p:cNvSpPr/>
            <p:nvPr/>
          </p:nvSpPr>
          <p:spPr>
            <a:xfrm>
              <a:off x="501200" y="391025"/>
              <a:ext cx="8141100" cy="43614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21" name="Google Shape;1421;p9"/>
            <p:cNvCxnSpPr/>
            <p:nvPr/>
          </p:nvCxnSpPr>
          <p:spPr>
            <a:xfrm>
              <a:off x="1076650" y="428153"/>
              <a:ext cx="0" cy="497700"/>
            </a:xfrm>
            <a:prstGeom prst="straightConnector1">
              <a:avLst/>
            </a:prstGeom>
            <a:noFill/>
            <a:ln w="19050" cap="flat" cmpd="sng">
              <a:solidFill>
                <a:schemeClr val="dk1"/>
              </a:solidFill>
              <a:prstDash val="solid"/>
              <a:round/>
              <a:headEnd type="none" w="med" len="med"/>
              <a:tailEnd type="none" w="med" len="med"/>
            </a:ln>
          </p:spPr>
        </p:cxnSp>
        <p:cxnSp>
          <p:nvCxnSpPr>
            <p:cNvPr id="1422" name="Google Shape;1422;p9"/>
            <p:cNvCxnSpPr/>
            <p:nvPr/>
          </p:nvCxnSpPr>
          <p:spPr>
            <a:xfrm>
              <a:off x="538500" y="417982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23" name="Google Shape;1423;p9"/>
            <p:cNvCxnSpPr/>
            <p:nvPr/>
          </p:nvCxnSpPr>
          <p:spPr>
            <a:xfrm>
              <a:off x="538500" y="3107768"/>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24" name="Google Shape;1424;p9"/>
            <p:cNvCxnSpPr/>
            <p:nvPr/>
          </p:nvCxnSpPr>
          <p:spPr>
            <a:xfrm>
              <a:off x="538500" y="2035712"/>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25" name="Google Shape;1425;p9"/>
            <p:cNvCxnSpPr/>
            <p:nvPr/>
          </p:nvCxnSpPr>
          <p:spPr>
            <a:xfrm>
              <a:off x="538500" y="428703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26" name="Google Shape;1426;p9"/>
            <p:cNvCxnSpPr/>
            <p:nvPr/>
          </p:nvCxnSpPr>
          <p:spPr>
            <a:xfrm>
              <a:off x="538500" y="439423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27" name="Google Shape;1427;p9"/>
            <p:cNvCxnSpPr/>
            <p:nvPr/>
          </p:nvCxnSpPr>
          <p:spPr>
            <a:xfrm>
              <a:off x="538500" y="450144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28" name="Google Shape;1428;p9"/>
            <p:cNvCxnSpPr/>
            <p:nvPr/>
          </p:nvCxnSpPr>
          <p:spPr>
            <a:xfrm>
              <a:off x="538500" y="46086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29" name="Google Shape;1429;p9"/>
            <p:cNvCxnSpPr/>
            <p:nvPr/>
          </p:nvCxnSpPr>
          <p:spPr>
            <a:xfrm>
              <a:off x="538500" y="375100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0" name="Google Shape;1430;p9"/>
            <p:cNvCxnSpPr/>
            <p:nvPr/>
          </p:nvCxnSpPr>
          <p:spPr>
            <a:xfrm>
              <a:off x="538500" y="38582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1" name="Google Shape;1431;p9"/>
            <p:cNvCxnSpPr/>
            <p:nvPr/>
          </p:nvCxnSpPr>
          <p:spPr>
            <a:xfrm>
              <a:off x="538500" y="396541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2" name="Google Shape;1432;p9"/>
            <p:cNvCxnSpPr/>
            <p:nvPr/>
          </p:nvCxnSpPr>
          <p:spPr>
            <a:xfrm>
              <a:off x="538500" y="40726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3" name="Google Shape;1433;p9"/>
            <p:cNvCxnSpPr/>
            <p:nvPr/>
          </p:nvCxnSpPr>
          <p:spPr>
            <a:xfrm>
              <a:off x="538500" y="3643796"/>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34" name="Google Shape;1434;p9"/>
            <p:cNvCxnSpPr/>
            <p:nvPr/>
          </p:nvCxnSpPr>
          <p:spPr>
            <a:xfrm>
              <a:off x="538500" y="321497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5" name="Google Shape;1435;p9"/>
            <p:cNvCxnSpPr/>
            <p:nvPr/>
          </p:nvCxnSpPr>
          <p:spPr>
            <a:xfrm>
              <a:off x="538500" y="33221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6" name="Google Shape;1436;p9"/>
            <p:cNvCxnSpPr/>
            <p:nvPr/>
          </p:nvCxnSpPr>
          <p:spPr>
            <a:xfrm>
              <a:off x="538500" y="342938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7" name="Google Shape;1437;p9"/>
            <p:cNvCxnSpPr/>
            <p:nvPr/>
          </p:nvCxnSpPr>
          <p:spPr>
            <a:xfrm>
              <a:off x="538500" y="35365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8" name="Google Shape;1438;p9"/>
            <p:cNvCxnSpPr/>
            <p:nvPr/>
          </p:nvCxnSpPr>
          <p:spPr>
            <a:xfrm>
              <a:off x="538500" y="26789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39" name="Google Shape;1439;p9"/>
            <p:cNvCxnSpPr/>
            <p:nvPr/>
          </p:nvCxnSpPr>
          <p:spPr>
            <a:xfrm>
              <a:off x="538500" y="278615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0" name="Google Shape;1440;p9"/>
            <p:cNvCxnSpPr/>
            <p:nvPr/>
          </p:nvCxnSpPr>
          <p:spPr>
            <a:xfrm>
              <a:off x="538500" y="289335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1" name="Google Shape;1441;p9"/>
            <p:cNvCxnSpPr/>
            <p:nvPr/>
          </p:nvCxnSpPr>
          <p:spPr>
            <a:xfrm>
              <a:off x="538500" y="30005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2" name="Google Shape;1442;p9"/>
            <p:cNvCxnSpPr/>
            <p:nvPr/>
          </p:nvCxnSpPr>
          <p:spPr>
            <a:xfrm>
              <a:off x="538500" y="2571740"/>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43" name="Google Shape;1443;p9"/>
            <p:cNvCxnSpPr/>
            <p:nvPr/>
          </p:nvCxnSpPr>
          <p:spPr>
            <a:xfrm>
              <a:off x="538500" y="21429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4" name="Google Shape;1444;p9"/>
            <p:cNvCxnSpPr/>
            <p:nvPr/>
          </p:nvCxnSpPr>
          <p:spPr>
            <a:xfrm>
              <a:off x="538500" y="225012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5" name="Google Shape;1445;p9"/>
            <p:cNvCxnSpPr/>
            <p:nvPr/>
          </p:nvCxnSpPr>
          <p:spPr>
            <a:xfrm>
              <a:off x="538500" y="235732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6" name="Google Shape;1446;p9"/>
            <p:cNvCxnSpPr/>
            <p:nvPr/>
          </p:nvCxnSpPr>
          <p:spPr>
            <a:xfrm>
              <a:off x="538500" y="246453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7" name="Google Shape;1447;p9"/>
            <p:cNvCxnSpPr/>
            <p:nvPr/>
          </p:nvCxnSpPr>
          <p:spPr>
            <a:xfrm>
              <a:off x="538500" y="16068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8" name="Google Shape;1448;p9"/>
            <p:cNvCxnSpPr/>
            <p:nvPr/>
          </p:nvCxnSpPr>
          <p:spPr>
            <a:xfrm>
              <a:off x="538500" y="171409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49" name="Google Shape;1449;p9"/>
            <p:cNvCxnSpPr/>
            <p:nvPr/>
          </p:nvCxnSpPr>
          <p:spPr>
            <a:xfrm>
              <a:off x="538500" y="182130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50" name="Google Shape;1450;p9"/>
            <p:cNvCxnSpPr/>
            <p:nvPr/>
          </p:nvCxnSpPr>
          <p:spPr>
            <a:xfrm>
              <a:off x="538500" y="19285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51" name="Google Shape;1451;p9"/>
            <p:cNvCxnSpPr/>
            <p:nvPr/>
          </p:nvCxnSpPr>
          <p:spPr>
            <a:xfrm>
              <a:off x="538500" y="149968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1452" name="Google Shape;1452;p9"/>
            <p:cNvCxnSpPr/>
            <p:nvPr/>
          </p:nvCxnSpPr>
          <p:spPr>
            <a:xfrm>
              <a:off x="538500" y="10708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53" name="Google Shape;1453;p9"/>
            <p:cNvCxnSpPr/>
            <p:nvPr/>
          </p:nvCxnSpPr>
          <p:spPr>
            <a:xfrm>
              <a:off x="538500" y="117806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54" name="Google Shape;1454;p9"/>
            <p:cNvCxnSpPr/>
            <p:nvPr/>
          </p:nvCxnSpPr>
          <p:spPr>
            <a:xfrm>
              <a:off x="538500" y="128527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55" name="Google Shape;1455;p9"/>
            <p:cNvCxnSpPr/>
            <p:nvPr/>
          </p:nvCxnSpPr>
          <p:spPr>
            <a:xfrm>
              <a:off x="538500" y="13924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1456" name="Google Shape;1456;p9"/>
            <p:cNvCxnSpPr/>
            <p:nvPr/>
          </p:nvCxnSpPr>
          <p:spPr>
            <a:xfrm>
              <a:off x="64595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57" name="Google Shape;1457;p9"/>
            <p:cNvCxnSpPr/>
            <p:nvPr/>
          </p:nvCxnSpPr>
          <p:spPr>
            <a:xfrm>
              <a:off x="75351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58" name="Google Shape;1458;p9"/>
            <p:cNvCxnSpPr/>
            <p:nvPr/>
          </p:nvCxnSpPr>
          <p:spPr>
            <a:xfrm>
              <a:off x="8610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59" name="Google Shape;1459;p9"/>
            <p:cNvCxnSpPr/>
            <p:nvPr/>
          </p:nvCxnSpPr>
          <p:spPr>
            <a:xfrm>
              <a:off x="96864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0" name="Google Shape;1460;p9"/>
            <p:cNvCxnSpPr/>
            <p:nvPr/>
          </p:nvCxnSpPr>
          <p:spPr>
            <a:xfrm>
              <a:off x="1076203"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61" name="Google Shape;1461;p9"/>
            <p:cNvCxnSpPr/>
            <p:nvPr/>
          </p:nvCxnSpPr>
          <p:spPr>
            <a:xfrm>
              <a:off x="11837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2" name="Google Shape;1462;p9"/>
            <p:cNvCxnSpPr/>
            <p:nvPr/>
          </p:nvCxnSpPr>
          <p:spPr>
            <a:xfrm>
              <a:off x="129133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3" name="Google Shape;1463;p9"/>
            <p:cNvCxnSpPr/>
            <p:nvPr/>
          </p:nvCxnSpPr>
          <p:spPr>
            <a:xfrm>
              <a:off x="139889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4" name="Google Shape;1464;p9"/>
            <p:cNvCxnSpPr/>
            <p:nvPr/>
          </p:nvCxnSpPr>
          <p:spPr>
            <a:xfrm>
              <a:off x="150645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5" name="Google Shape;1465;p9"/>
            <p:cNvCxnSpPr/>
            <p:nvPr/>
          </p:nvCxnSpPr>
          <p:spPr>
            <a:xfrm>
              <a:off x="1614020"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66" name="Google Shape;1466;p9"/>
            <p:cNvCxnSpPr/>
            <p:nvPr/>
          </p:nvCxnSpPr>
          <p:spPr>
            <a:xfrm>
              <a:off x="17215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7" name="Google Shape;1467;p9"/>
            <p:cNvCxnSpPr/>
            <p:nvPr/>
          </p:nvCxnSpPr>
          <p:spPr>
            <a:xfrm>
              <a:off x="182914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8" name="Google Shape;1468;p9"/>
            <p:cNvCxnSpPr/>
            <p:nvPr/>
          </p:nvCxnSpPr>
          <p:spPr>
            <a:xfrm>
              <a:off x="193671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69" name="Google Shape;1469;p9"/>
            <p:cNvCxnSpPr/>
            <p:nvPr/>
          </p:nvCxnSpPr>
          <p:spPr>
            <a:xfrm>
              <a:off x="20442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0" name="Google Shape;1470;p9"/>
            <p:cNvCxnSpPr/>
            <p:nvPr/>
          </p:nvCxnSpPr>
          <p:spPr>
            <a:xfrm>
              <a:off x="215183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71" name="Google Shape;1471;p9"/>
            <p:cNvCxnSpPr/>
            <p:nvPr/>
          </p:nvCxnSpPr>
          <p:spPr>
            <a:xfrm>
              <a:off x="225940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2" name="Google Shape;1472;p9"/>
            <p:cNvCxnSpPr/>
            <p:nvPr/>
          </p:nvCxnSpPr>
          <p:spPr>
            <a:xfrm>
              <a:off x="23669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473;p9"/>
            <p:cNvCxnSpPr/>
            <p:nvPr/>
          </p:nvCxnSpPr>
          <p:spPr>
            <a:xfrm>
              <a:off x="247452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474;p9"/>
            <p:cNvCxnSpPr/>
            <p:nvPr/>
          </p:nvCxnSpPr>
          <p:spPr>
            <a:xfrm>
              <a:off x="258209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475;p9"/>
            <p:cNvCxnSpPr/>
            <p:nvPr/>
          </p:nvCxnSpPr>
          <p:spPr>
            <a:xfrm>
              <a:off x="26896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76" name="Google Shape;1476;p9"/>
            <p:cNvCxnSpPr/>
            <p:nvPr/>
          </p:nvCxnSpPr>
          <p:spPr>
            <a:xfrm>
              <a:off x="279721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477;p9"/>
            <p:cNvCxnSpPr/>
            <p:nvPr/>
          </p:nvCxnSpPr>
          <p:spPr>
            <a:xfrm>
              <a:off x="290478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478;p9"/>
            <p:cNvCxnSpPr/>
            <p:nvPr/>
          </p:nvCxnSpPr>
          <p:spPr>
            <a:xfrm>
              <a:off x="301234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479;p9"/>
            <p:cNvCxnSpPr/>
            <p:nvPr/>
          </p:nvCxnSpPr>
          <p:spPr>
            <a:xfrm>
              <a:off x="311990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480;p9"/>
            <p:cNvCxnSpPr/>
            <p:nvPr/>
          </p:nvCxnSpPr>
          <p:spPr>
            <a:xfrm>
              <a:off x="32274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81" name="Google Shape;1481;p9"/>
            <p:cNvCxnSpPr/>
            <p:nvPr/>
          </p:nvCxnSpPr>
          <p:spPr>
            <a:xfrm>
              <a:off x="333503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9"/>
            <p:cNvCxnSpPr/>
            <p:nvPr/>
          </p:nvCxnSpPr>
          <p:spPr>
            <a:xfrm>
              <a:off x="344259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9"/>
            <p:cNvCxnSpPr/>
            <p:nvPr/>
          </p:nvCxnSpPr>
          <p:spPr>
            <a:xfrm>
              <a:off x="35501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4" name="Google Shape;1484;p9"/>
            <p:cNvCxnSpPr/>
            <p:nvPr/>
          </p:nvCxnSpPr>
          <p:spPr>
            <a:xfrm>
              <a:off x="365772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5" name="Google Shape;1485;p9"/>
            <p:cNvCxnSpPr/>
            <p:nvPr/>
          </p:nvCxnSpPr>
          <p:spPr>
            <a:xfrm>
              <a:off x="376528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86" name="Google Shape;1486;p9"/>
            <p:cNvCxnSpPr/>
            <p:nvPr/>
          </p:nvCxnSpPr>
          <p:spPr>
            <a:xfrm>
              <a:off x="38728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7" name="Google Shape;1487;p9"/>
            <p:cNvCxnSpPr/>
            <p:nvPr/>
          </p:nvCxnSpPr>
          <p:spPr>
            <a:xfrm>
              <a:off x="398041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8" name="Google Shape;1488;p9"/>
            <p:cNvCxnSpPr/>
            <p:nvPr/>
          </p:nvCxnSpPr>
          <p:spPr>
            <a:xfrm>
              <a:off x="40879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89" name="Google Shape;1489;p9"/>
            <p:cNvCxnSpPr/>
            <p:nvPr/>
          </p:nvCxnSpPr>
          <p:spPr>
            <a:xfrm>
              <a:off x="41955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0" name="Google Shape;1490;p9"/>
            <p:cNvCxnSpPr/>
            <p:nvPr/>
          </p:nvCxnSpPr>
          <p:spPr>
            <a:xfrm>
              <a:off x="430310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91" name="Google Shape;1491;p9"/>
            <p:cNvCxnSpPr/>
            <p:nvPr/>
          </p:nvCxnSpPr>
          <p:spPr>
            <a:xfrm>
              <a:off x="44106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2" name="Google Shape;1492;p9"/>
            <p:cNvCxnSpPr/>
            <p:nvPr/>
          </p:nvCxnSpPr>
          <p:spPr>
            <a:xfrm>
              <a:off x="451823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493;p9"/>
            <p:cNvCxnSpPr/>
            <p:nvPr/>
          </p:nvCxnSpPr>
          <p:spPr>
            <a:xfrm>
              <a:off x="462579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494;p9"/>
            <p:cNvCxnSpPr/>
            <p:nvPr/>
          </p:nvCxnSpPr>
          <p:spPr>
            <a:xfrm>
              <a:off x="473335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495;p9"/>
            <p:cNvCxnSpPr/>
            <p:nvPr/>
          </p:nvCxnSpPr>
          <p:spPr>
            <a:xfrm>
              <a:off x="484092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496" name="Google Shape;1496;p9"/>
            <p:cNvCxnSpPr/>
            <p:nvPr/>
          </p:nvCxnSpPr>
          <p:spPr>
            <a:xfrm>
              <a:off x="49484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497;p9"/>
            <p:cNvCxnSpPr/>
            <p:nvPr/>
          </p:nvCxnSpPr>
          <p:spPr>
            <a:xfrm>
              <a:off x="505604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498;p9"/>
            <p:cNvCxnSpPr/>
            <p:nvPr/>
          </p:nvCxnSpPr>
          <p:spPr>
            <a:xfrm>
              <a:off x="516361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499;p9"/>
            <p:cNvCxnSpPr/>
            <p:nvPr/>
          </p:nvCxnSpPr>
          <p:spPr>
            <a:xfrm>
              <a:off x="52711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00;p9"/>
            <p:cNvCxnSpPr/>
            <p:nvPr/>
          </p:nvCxnSpPr>
          <p:spPr>
            <a:xfrm>
              <a:off x="537873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501" name="Google Shape;1501;p9"/>
            <p:cNvCxnSpPr/>
            <p:nvPr/>
          </p:nvCxnSpPr>
          <p:spPr>
            <a:xfrm>
              <a:off x="602411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02;p9"/>
            <p:cNvCxnSpPr/>
            <p:nvPr/>
          </p:nvCxnSpPr>
          <p:spPr>
            <a:xfrm>
              <a:off x="613168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03;p9"/>
            <p:cNvCxnSpPr/>
            <p:nvPr/>
          </p:nvCxnSpPr>
          <p:spPr>
            <a:xfrm>
              <a:off x="623924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04;p9"/>
            <p:cNvCxnSpPr/>
            <p:nvPr/>
          </p:nvCxnSpPr>
          <p:spPr>
            <a:xfrm>
              <a:off x="634680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05;p9"/>
            <p:cNvCxnSpPr/>
            <p:nvPr/>
          </p:nvCxnSpPr>
          <p:spPr>
            <a:xfrm>
              <a:off x="64543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506" name="Google Shape;1506;p9"/>
            <p:cNvCxnSpPr/>
            <p:nvPr/>
          </p:nvCxnSpPr>
          <p:spPr>
            <a:xfrm>
              <a:off x="656193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7" name="Google Shape;1507;p9"/>
            <p:cNvCxnSpPr/>
            <p:nvPr/>
          </p:nvCxnSpPr>
          <p:spPr>
            <a:xfrm>
              <a:off x="666949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8" name="Google Shape;1508;p9"/>
            <p:cNvCxnSpPr/>
            <p:nvPr/>
          </p:nvCxnSpPr>
          <p:spPr>
            <a:xfrm>
              <a:off x="67770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09;p9"/>
            <p:cNvCxnSpPr/>
            <p:nvPr/>
          </p:nvCxnSpPr>
          <p:spPr>
            <a:xfrm>
              <a:off x="688462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10;p9"/>
            <p:cNvCxnSpPr/>
            <p:nvPr/>
          </p:nvCxnSpPr>
          <p:spPr>
            <a:xfrm>
              <a:off x="548630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11;p9"/>
            <p:cNvCxnSpPr/>
            <p:nvPr/>
          </p:nvCxnSpPr>
          <p:spPr>
            <a:xfrm>
              <a:off x="55938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2" name="Google Shape;1512;p9"/>
            <p:cNvCxnSpPr/>
            <p:nvPr/>
          </p:nvCxnSpPr>
          <p:spPr>
            <a:xfrm>
              <a:off x="570142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9"/>
            <p:cNvCxnSpPr/>
            <p:nvPr/>
          </p:nvCxnSpPr>
          <p:spPr>
            <a:xfrm>
              <a:off x="580899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9"/>
            <p:cNvCxnSpPr/>
            <p:nvPr/>
          </p:nvCxnSpPr>
          <p:spPr>
            <a:xfrm>
              <a:off x="59165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515" name="Google Shape;1515;p9"/>
            <p:cNvCxnSpPr/>
            <p:nvPr/>
          </p:nvCxnSpPr>
          <p:spPr>
            <a:xfrm>
              <a:off x="70997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6" name="Google Shape;1516;p9"/>
            <p:cNvCxnSpPr/>
            <p:nvPr/>
          </p:nvCxnSpPr>
          <p:spPr>
            <a:xfrm>
              <a:off x="699218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1517" name="Google Shape;1517;p9"/>
            <p:cNvCxnSpPr/>
            <p:nvPr/>
          </p:nvCxnSpPr>
          <p:spPr>
            <a:xfrm>
              <a:off x="720731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8" name="Google Shape;1518;p9"/>
            <p:cNvCxnSpPr/>
            <p:nvPr/>
          </p:nvCxnSpPr>
          <p:spPr>
            <a:xfrm>
              <a:off x="731487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19" name="Google Shape;1519;p9"/>
            <p:cNvCxnSpPr/>
            <p:nvPr/>
          </p:nvCxnSpPr>
          <p:spPr>
            <a:xfrm>
              <a:off x="74224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1520" name="Google Shape;1520;p9"/>
            <p:cNvCxnSpPr/>
            <p:nvPr/>
          </p:nvCxnSpPr>
          <p:spPr>
            <a:xfrm>
              <a:off x="763756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1" name="Google Shape;1521;p9"/>
            <p:cNvCxnSpPr/>
            <p:nvPr/>
          </p:nvCxnSpPr>
          <p:spPr>
            <a:xfrm>
              <a:off x="774513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2" name="Google Shape;1522;p9"/>
            <p:cNvCxnSpPr/>
            <p:nvPr/>
          </p:nvCxnSpPr>
          <p:spPr>
            <a:xfrm>
              <a:off x="785269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3" name="Google Shape;1523;p9"/>
            <p:cNvCxnSpPr/>
            <p:nvPr/>
          </p:nvCxnSpPr>
          <p:spPr>
            <a:xfrm>
              <a:off x="796025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4" name="Google Shape;1524;p9"/>
            <p:cNvCxnSpPr/>
            <p:nvPr/>
          </p:nvCxnSpPr>
          <p:spPr>
            <a:xfrm>
              <a:off x="8067822" y="963175"/>
              <a:ext cx="0" cy="3749100"/>
            </a:xfrm>
            <a:prstGeom prst="straightConnector1">
              <a:avLst/>
            </a:prstGeom>
            <a:noFill/>
            <a:ln w="19050" cap="flat" cmpd="sng">
              <a:solidFill>
                <a:schemeClr val="dk2"/>
              </a:solidFill>
              <a:prstDash val="solid"/>
              <a:round/>
              <a:headEnd type="none" w="med" len="med"/>
              <a:tailEnd type="none" w="med" len="med"/>
            </a:ln>
          </p:spPr>
        </p:cxnSp>
        <p:cxnSp>
          <p:nvCxnSpPr>
            <p:cNvPr id="1525" name="Google Shape;1525;p9"/>
            <p:cNvCxnSpPr/>
            <p:nvPr/>
          </p:nvCxnSpPr>
          <p:spPr>
            <a:xfrm>
              <a:off x="817538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6" name="Google Shape;1526;p9"/>
            <p:cNvCxnSpPr/>
            <p:nvPr/>
          </p:nvCxnSpPr>
          <p:spPr>
            <a:xfrm>
              <a:off x="828294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7" name="Google Shape;1527;p9"/>
            <p:cNvCxnSpPr/>
            <p:nvPr/>
          </p:nvCxnSpPr>
          <p:spPr>
            <a:xfrm>
              <a:off x="839051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8" name="Google Shape;1528;p9"/>
            <p:cNvCxnSpPr/>
            <p:nvPr/>
          </p:nvCxnSpPr>
          <p:spPr>
            <a:xfrm>
              <a:off x="849807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1529" name="Google Shape;1529;p9"/>
            <p:cNvCxnSpPr/>
            <p:nvPr/>
          </p:nvCxnSpPr>
          <p:spPr>
            <a:xfrm>
              <a:off x="7530005" y="969523"/>
              <a:ext cx="0" cy="3744300"/>
            </a:xfrm>
            <a:prstGeom prst="straightConnector1">
              <a:avLst/>
            </a:prstGeom>
            <a:noFill/>
            <a:ln w="19050" cap="flat" cmpd="sng">
              <a:solidFill>
                <a:schemeClr val="dk2"/>
              </a:solidFill>
              <a:prstDash val="solid"/>
              <a:round/>
              <a:headEnd type="none" w="med" len="med"/>
              <a:tailEnd type="none" w="med" len="med"/>
            </a:ln>
          </p:spPr>
        </p:cxnSp>
        <p:sp>
          <p:nvSpPr>
            <p:cNvPr id="1530" name="Google Shape;1530;p9"/>
            <p:cNvSpPr/>
            <p:nvPr/>
          </p:nvSpPr>
          <p:spPr>
            <a:xfrm>
              <a:off x="538400" y="963650"/>
              <a:ext cx="8067300" cy="37515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1" name="Google Shape;1531;p9"/>
          <p:cNvSpPr txBox="1">
            <a:spLocks noGrp="1"/>
          </p:cNvSpPr>
          <p:nvPr>
            <p:ph type="title"/>
          </p:nvPr>
        </p:nvSpPr>
        <p:spPr>
          <a:xfrm>
            <a:off x="1721375" y="1284800"/>
            <a:ext cx="5808300" cy="24627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600"/>
              <a:buNone/>
              <a:defRPr sz="3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32" name="Google Shape;1532;p9"/>
          <p:cNvSpPr txBox="1">
            <a:spLocks noGrp="1"/>
          </p:cNvSpPr>
          <p:nvPr>
            <p:ph type="subTitle" idx="1"/>
          </p:nvPr>
        </p:nvSpPr>
        <p:spPr>
          <a:xfrm>
            <a:off x="1721325" y="3854000"/>
            <a:ext cx="5808300" cy="5400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16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533" name="Google Shape;1533;p9"/>
          <p:cNvSpPr txBox="1">
            <a:spLocks noGrp="1"/>
          </p:cNvSpPr>
          <p:nvPr>
            <p:ph type="subTitle" idx="2"/>
          </p:nvPr>
        </p:nvSpPr>
        <p:spPr>
          <a:xfrm>
            <a:off x="3587750" y="427625"/>
            <a:ext cx="1968600" cy="49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12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534" name="Google Shape;1534;p9"/>
          <p:cNvSpPr txBox="1">
            <a:spLocks noGrp="1"/>
          </p:cNvSpPr>
          <p:nvPr>
            <p:ph type="title" idx="3" hasCustomPrompt="1"/>
          </p:nvPr>
        </p:nvSpPr>
        <p:spPr>
          <a:xfrm>
            <a:off x="7003450" y="427625"/>
            <a:ext cx="1602300" cy="4989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algn="ctr" rtl="0">
              <a:spcBef>
                <a:spcPts val="0"/>
              </a:spcBef>
              <a:spcAft>
                <a:spcPts val="0"/>
              </a:spcAft>
              <a:buSzPts val="1600"/>
              <a:buNone/>
              <a:defRPr sz="1600"/>
            </a:lvl2pPr>
            <a:lvl3pPr lvl="2" algn="ctr" rtl="0">
              <a:spcBef>
                <a:spcPts val="0"/>
              </a:spcBef>
              <a:spcAft>
                <a:spcPts val="0"/>
              </a:spcAft>
              <a:buSzPts val="1600"/>
              <a:buNone/>
              <a:defRPr sz="1600"/>
            </a:lvl3pPr>
            <a:lvl4pPr lvl="3" algn="ctr" rtl="0">
              <a:spcBef>
                <a:spcPts val="0"/>
              </a:spcBef>
              <a:spcAft>
                <a:spcPts val="0"/>
              </a:spcAft>
              <a:buSzPts val="1600"/>
              <a:buNone/>
              <a:defRPr sz="1600"/>
            </a:lvl4pPr>
            <a:lvl5pPr lvl="4" algn="ctr" rtl="0">
              <a:spcBef>
                <a:spcPts val="0"/>
              </a:spcBef>
              <a:spcAft>
                <a:spcPts val="0"/>
              </a:spcAft>
              <a:buSzPts val="1600"/>
              <a:buNone/>
              <a:defRPr sz="1600"/>
            </a:lvl5pPr>
            <a:lvl6pPr lvl="5" algn="ctr" rtl="0">
              <a:spcBef>
                <a:spcPts val="0"/>
              </a:spcBef>
              <a:spcAft>
                <a:spcPts val="0"/>
              </a:spcAft>
              <a:buSzPts val="1600"/>
              <a:buNone/>
              <a:defRPr sz="1600"/>
            </a:lvl6pPr>
            <a:lvl7pPr lvl="6" algn="ctr" rtl="0">
              <a:spcBef>
                <a:spcPts val="0"/>
              </a:spcBef>
              <a:spcAft>
                <a:spcPts val="0"/>
              </a:spcAft>
              <a:buSzPts val="1600"/>
              <a:buNone/>
              <a:defRPr sz="1600"/>
            </a:lvl7pPr>
            <a:lvl8pPr lvl="7" algn="ctr" rtl="0">
              <a:spcBef>
                <a:spcPts val="0"/>
              </a:spcBef>
              <a:spcAft>
                <a:spcPts val="0"/>
              </a:spcAft>
              <a:buSzPts val="1600"/>
              <a:buNone/>
              <a:defRPr sz="1600"/>
            </a:lvl8pPr>
            <a:lvl9pPr lvl="8" algn="ctr" rtl="0">
              <a:spcBef>
                <a:spcPts val="0"/>
              </a:spcBef>
              <a:spcAft>
                <a:spcPts val="0"/>
              </a:spcAft>
              <a:buSzPts val="1600"/>
              <a:buNone/>
              <a:defRPr sz="1600"/>
            </a:lvl9pPr>
          </a:lstStyle>
          <a:p>
            <a:r>
              <a:t>xx%</a:t>
            </a:r>
          </a:p>
        </p:txBody>
      </p:sp>
      <p:cxnSp>
        <p:nvCxnSpPr>
          <p:cNvPr id="1535" name="Google Shape;1535;p9"/>
          <p:cNvCxnSpPr/>
          <p:nvPr/>
        </p:nvCxnSpPr>
        <p:spPr>
          <a:xfrm>
            <a:off x="7003450" y="428153"/>
            <a:ext cx="0" cy="49770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66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661"/>
        <p:cNvGrpSpPr/>
        <p:nvPr/>
      </p:nvGrpSpPr>
      <p:grpSpPr>
        <a:xfrm>
          <a:off x="0" y="0"/>
          <a:ext cx="0" cy="0"/>
          <a:chOff x="0" y="0"/>
          <a:chExt cx="0" cy="0"/>
        </a:xfrm>
      </p:grpSpPr>
      <p:grpSp>
        <p:nvGrpSpPr>
          <p:cNvPr id="1662" name="Google Shape;1662;p13"/>
          <p:cNvGrpSpPr/>
          <p:nvPr/>
        </p:nvGrpSpPr>
        <p:grpSpPr>
          <a:xfrm>
            <a:off x="0" y="-6016"/>
            <a:ext cx="9144500" cy="5155630"/>
            <a:chOff x="0" y="-6016"/>
            <a:chExt cx="9144500" cy="5155630"/>
          </a:xfrm>
        </p:grpSpPr>
        <p:cxnSp>
          <p:nvCxnSpPr>
            <p:cNvPr id="1663" name="Google Shape;1663;p13"/>
            <p:cNvCxnSpPr/>
            <p:nvPr/>
          </p:nvCxnSpPr>
          <p:spPr>
            <a:xfrm>
              <a:off x="0" y="4179829"/>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64" name="Google Shape;1664;p13"/>
            <p:cNvCxnSpPr/>
            <p:nvPr/>
          </p:nvCxnSpPr>
          <p:spPr>
            <a:xfrm>
              <a:off x="0" y="3107776"/>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65" name="Google Shape;1665;p13"/>
            <p:cNvCxnSpPr/>
            <p:nvPr/>
          </p:nvCxnSpPr>
          <p:spPr>
            <a:xfrm>
              <a:off x="0" y="2035724"/>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66" name="Google Shape;1666;p13"/>
            <p:cNvCxnSpPr/>
            <p:nvPr/>
          </p:nvCxnSpPr>
          <p:spPr>
            <a:xfrm>
              <a:off x="0" y="963671"/>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67" name="Google Shape;1667;p13"/>
            <p:cNvCxnSpPr/>
            <p:nvPr/>
          </p:nvCxnSpPr>
          <p:spPr>
            <a:xfrm>
              <a:off x="0" y="4823067"/>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8" name="Google Shape;1668;p13"/>
            <p:cNvCxnSpPr/>
            <p:nvPr/>
          </p:nvCxnSpPr>
          <p:spPr>
            <a:xfrm>
              <a:off x="0" y="4930272"/>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69" name="Google Shape;1669;p13"/>
            <p:cNvCxnSpPr/>
            <p:nvPr/>
          </p:nvCxnSpPr>
          <p:spPr>
            <a:xfrm>
              <a:off x="0" y="5037478"/>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0" name="Google Shape;1670;p13"/>
            <p:cNvCxnSpPr/>
            <p:nvPr/>
          </p:nvCxnSpPr>
          <p:spPr>
            <a:xfrm>
              <a:off x="0" y="5144683"/>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671" name="Google Shape;1671;p13"/>
            <p:cNvCxnSpPr/>
            <p:nvPr/>
          </p:nvCxnSpPr>
          <p:spPr>
            <a:xfrm>
              <a:off x="0" y="4715861"/>
              <a:ext cx="9144000" cy="0"/>
            </a:xfrm>
            <a:prstGeom prst="straightConnector1">
              <a:avLst/>
            </a:prstGeom>
            <a:noFill/>
            <a:ln w="19050" cap="flat" cmpd="sng">
              <a:solidFill>
                <a:schemeClr val="dk2"/>
              </a:solidFill>
              <a:prstDash val="solid"/>
              <a:round/>
              <a:headEnd type="none" w="med" len="med"/>
              <a:tailEnd type="none" w="med" len="med"/>
            </a:ln>
          </p:spPr>
        </p:cxnSp>
        <p:cxnSp>
          <p:nvCxnSpPr>
            <p:cNvPr id="1672" name="Google Shape;1672;p13"/>
            <p:cNvCxnSpPr/>
            <p:nvPr/>
          </p:nvCxnSpPr>
          <p:spPr>
            <a:xfrm>
              <a:off x="0" y="42870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3" name="Google Shape;1673;p13"/>
            <p:cNvCxnSpPr/>
            <p:nvPr/>
          </p:nvCxnSpPr>
          <p:spPr>
            <a:xfrm>
              <a:off x="0" y="43942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4" name="Google Shape;1674;p13"/>
            <p:cNvCxnSpPr/>
            <p:nvPr/>
          </p:nvCxnSpPr>
          <p:spPr>
            <a:xfrm>
              <a:off x="0" y="45014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5" name="Google Shape;1675;p13"/>
            <p:cNvCxnSpPr/>
            <p:nvPr/>
          </p:nvCxnSpPr>
          <p:spPr>
            <a:xfrm>
              <a:off x="0" y="46086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6" name="Google Shape;1676;p13"/>
            <p:cNvCxnSpPr/>
            <p:nvPr/>
          </p:nvCxnSpPr>
          <p:spPr>
            <a:xfrm>
              <a:off x="0" y="37510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7" name="Google Shape;1677;p13"/>
            <p:cNvCxnSpPr/>
            <p:nvPr/>
          </p:nvCxnSpPr>
          <p:spPr>
            <a:xfrm>
              <a:off x="0" y="38582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8" name="Google Shape;1678;p13"/>
            <p:cNvCxnSpPr/>
            <p:nvPr/>
          </p:nvCxnSpPr>
          <p:spPr>
            <a:xfrm>
              <a:off x="0" y="39654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79" name="Google Shape;1679;p13"/>
            <p:cNvCxnSpPr/>
            <p:nvPr/>
          </p:nvCxnSpPr>
          <p:spPr>
            <a:xfrm>
              <a:off x="0" y="407262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0" name="Google Shape;1680;p13"/>
            <p:cNvCxnSpPr/>
            <p:nvPr/>
          </p:nvCxnSpPr>
          <p:spPr>
            <a:xfrm>
              <a:off x="0" y="3643803"/>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81" name="Google Shape;1681;p13"/>
            <p:cNvCxnSpPr/>
            <p:nvPr/>
          </p:nvCxnSpPr>
          <p:spPr>
            <a:xfrm>
              <a:off x="0" y="32149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2" name="Google Shape;1682;p13"/>
            <p:cNvCxnSpPr/>
            <p:nvPr/>
          </p:nvCxnSpPr>
          <p:spPr>
            <a:xfrm>
              <a:off x="0" y="33221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3" name="Google Shape;1683;p13"/>
            <p:cNvCxnSpPr/>
            <p:nvPr/>
          </p:nvCxnSpPr>
          <p:spPr>
            <a:xfrm>
              <a:off x="0" y="34293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4" name="Google Shape;1684;p13"/>
            <p:cNvCxnSpPr/>
            <p:nvPr/>
          </p:nvCxnSpPr>
          <p:spPr>
            <a:xfrm>
              <a:off x="0" y="353659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5" name="Google Shape;1685;p13"/>
            <p:cNvCxnSpPr/>
            <p:nvPr/>
          </p:nvCxnSpPr>
          <p:spPr>
            <a:xfrm>
              <a:off x="0" y="26789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6" name="Google Shape;1686;p13"/>
            <p:cNvCxnSpPr/>
            <p:nvPr/>
          </p:nvCxnSpPr>
          <p:spPr>
            <a:xfrm>
              <a:off x="0" y="27861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7" name="Google Shape;1687;p13"/>
            <p:cNvCxnSpPr/>
            <p:nvPr/>
          </p:nvCxnSpPr>
          <p:spPr>
            <a:xfrm>
              <a:off x="0" y="28933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8" name="Google Shape;1688;p13"/>
            <p:cNvCxnSpPr/>
            <p:nvPr/>
          </p:nvCxnSpPr>
          <p:spPr>
            <a:xfrm>
              <a:off x="0" y="300057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89" name="Google Shape;1689;p13"/>
            <p:cNvCxnSpPr/>
            <p:nvPr/>
          </p:nvCxnSpPr>
          <p:spPr>
            <a:xfrm>
              <a:off x="0" y="2571750"/>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90" name="Google Shape;1690;p13"/>
            <p:cNvCxnSpPr/>
            <p:nvPr/>
          </p:nvCxnSpPr>
          <p:spPr>
            <a:xfrm>
              <a:off x="0" y="214292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1" name="Google Shape;1691;p13"/>
            <p:cNvCxnSpPr/>
            <p:nvPr/>
          </p:nvCxnSpPr>
          <p:spPr>
            <a:xfrm>
              <a:off x="0" y="22501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2" name="Google Shape;1692;p13"/>
            <p:cNvCxnSpPr/>
            <p:nvPr/>
          </p:nvCxnSpPr>
          <p:spPr>
            <a:xfrm>
              <a:off x="0" y="23573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3" name="Google Shape;1693;p13"/>
            <p:cNvCxnSpPr/>
            <p:nvPr/>
          </p:nvCxnSpPr>
          <p:spPr>
            <a:xfrm>
              <a:off x="0" y="24645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4" name="Google Shape;1694;p13"/>
            <p:cNvCxnSpPr/>
            <p:nvPr/>
          </p:nvCxnSpPr>
          <p:spPr>
            <a:xfrm>
              <a:off x="0" y="160690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5" name="Google Shape;1695;p13"/>
            <p:cNvCxnSpPr/>
            <p:nvPr/>
          </p:nvCxnSpPr>
          <p:spPr>
            <a:xfrm>
              <a:off x="0" y="17141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6" name="Google Shape;1696;p13"/>
            <p:cNvCxnSpPr/>
            <p:nvPr/>
          </p:nvCxnSpPr>
          <p:spPr>
            <a:xfrm>
              <a:off x="0" y="18213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7" name="Google Shape;1697;p13"/>
            <p:cNvCxnSpPr/>
            <p:nvPr/>
          </p:nvCxnSpPr>
          <p:spPr>
            <a:xfrm>
              <a:off x="0" y="19285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698" name="Google Shape;1698;p13"/>
            <p:cNvCxnSpPr/>
            <p:nvPr/>
          </p:nvCxnSpPr>
          <p:spPr>
            <a:xfrm>
              <a:off x="0" y="1499697"/>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699" name="Google Shape;1699;p13"/>
            <p:cNvCxnSpPr/>
            <p:nvPr/>
          </p:nvCxnSpPr>
          <p:spPr>
            <a:xfrm>
              <a:off x="0" y="107087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0" name="Google Shape;1700;p13"/>
            <p:cNvCxnSpPr/>
            <p:nvPr/>
          </p:nvCxnSpPr>
          <p:spPr>
            <a:xfrm>
              <a:off x="0" y="11780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1" name="Google Shape;1701;p13"/>
            <p:cNvCxnSpPr/>
            <p:nvPr/>
          </p:nvCxnSpPr>
          <p:spPr>
            <a:xfrm>
              <a:off x="0" y="12852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2" name="Google Shape;1702;p13"/>
            <p:cNvCxnSpPr/>
            <p:nvPr/>
          </p:nvCxnSpPr>
          <p:spPr>
            <a:xfrm>
              <a:off x="0" y="13924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3" name="Google Shape;1703;p13"/>
            <p:cNvCxnSpPr/>
            <p:nvPr/>
          </p:nvCxnSpPr>
          <p:spPr>
            <a:xfrm>
              <a:off x="0" y="5348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4" name="Google Shape;1704;p13"/>
            <p:cNvCxnSpPr/>
            <p:nvPr/>
          </p:nvCxnSpPr>
          <p:spPr>
            <a:xfrm>
              <a:off x="0" y="6420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5" name="Google Shape;1705;p13"/>
            <p:cNvCxnSpPr/>
            <p:nvPr/>
          </p:nvCxnSpPr>
          <p:spPr>
            <a:xfrm>
              <a:off x="0" y="7492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6" name="Google Shape;1706;p13"/>
            <p:cNvCxnSpPr/>
            <p:nvPr/>
          </p:nvCxnSpPr>
          <p:spPr>
            <a:xfrm>
              <a:off x="0" y="8564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707" name="Google Shape;1707;p13"/>
            <p:cNvCxnSpPr/>
            <p:nvPr/>
          </p:nvCxnSpPr>
          <p:spPr>
            <a:xfrm>
              <a:off x="0" y="427637"/>
              <a:ext cx="9144000" cy="0"/>
            </a:xfrm>
            <a:prstGeom prst="straightConnector1">
              <a:avLst/>
            </a:prstGeom>
            <a:noFill/>
            <a:ln w="19050" cap="flat" cmpd="sng">
              <a:solidFill>
                <a:schemeClr val="dk2"/>
              </a:solidFill>
              <a:prstDash val="solid"/>
              <a:round/>
              <a:headEnd type="none" w="med" len="med"/>
              <a:tailEnd type="none" w="med" len="med"/>
            </a:ln>
          </p:spPr>
        </p:cxnSp>
        <p:cxnSp>
          <p:nvCxnSpPr>
            <p:cNvPr id="1708" name="Google Shape;1708;p13"/>
            <p:cNvCxnSpPr/>
            <p:nvPr/>
          </p:nvCxnSpPr>
          <p:spPr>
            <a:xfrm>
              <a:off x="0" y="-1185"/>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709" name="Google Shape;1709;p13"/>
            <p:cNvCxnSpPr/>
            <p:nvPr/>
          </p:nvCxnSpPr>
          <p:spPr>
            <a:xfrm>
              <a:off x="0" y="10602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710" name="Google Shape;1710;p13"/>
            <p:cNvCxnSpPr/>
            <p:nvPr/>
          </p:nvCxnSpPr>
          <p:spPr>
            <a:xfrm>
              <a:off x="0" y="213226"/>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711" name="Google Shape;1711;p13"/>
            <p:cNvCxnSpPr/>
            <p:nvPr/>
          </p:nvCxnSpPr>
          <p:spPr>
            <a:xfrm>
              <a:off x="0" y="320432"/>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1712" name="Google Shape;1712;p13"/>
            <p:cNvCxnSpPr/>
            <p:nvPr/>
          </p:nvCxnSpPr>
          <p:spPr>
            <a:xfrm>
              <a:off x="108123"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13" name="Google Shape;1713;p13"/>
            <p:cNvCxnSpPr/>
            <p:nvPr/>
          </p:nvCxnSpPr>
          <p:spPr>
            <a:xfrm>
              <a:off x="215687"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14" name="Google Shape;1714;p13"/>
            <p:cNvCxnSpPr/>
            <p:nvPr/>
          </p:nvCxnSpPr>
          <p:spPr>
            <a:xfrm>
              <a:off x="32325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15" name="Google Shape;1715;p13"/>
            <p:cNvCxnSpPr/>
            <p:nvPr/>
          </p:nvCxnSpPr>
          <p:spPr>
            <a:xfrm>
              <a:off x="430814"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16" name="Google Shape;1716;p13"/>
            <p:cNvCxnSpPr/>
            <p:nvPr/>
          </p:nvCxnSpPr>
          <p:spPr>
            <a:xfrm>
              <a:off x="53837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17" name="Google Shape;1717;p13"/>
            <p:cNvCxnSpPr/>
            <p:nvPr/>
          </p:nvCxnSpPr>
          <p:spPr>
            <a:xfrm>
              <a:off x="6459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18" name="Google Shape;1718;p13"/>
            <p:cNvCxnSpPr/>
            <p:nvPr/>
          </p:nvCxnSpPr>
          <p:spPr>
            <a:xfrm>
              <a:off x="75350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19" name="Google Shape;1719;p13"/>
            <p:cNvCxnSpPr/>
            <p:nvPr/>
          </p:nvCxnSpPr>
          <p:spPr>
            <a:xfrm>
              <a:off x="86106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0" name="Google Shape;1720;p13"/>
            <p:cNvCxnSpPr/>
            <p:nvPr/>
          </p:nvCxnSpPr>
          <p:spPr>
            <a:xfrm>
              <a:off x="96863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1" name="Google Shape;1721;p13"/>
            <p:cNvCxnSpPr/>
            <p:nvPr/>
          </p:nvCxnSpPr>
          <p:spPr>
            <a:xfrm>
              <a:off x="1076193"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22" name="Google Shape;1722;p13"/>
            <p:cNvCxnSpPr/>
            <p:nvPr/>
          </p:nvCxnSpPr>
          <p:spPr>
            <a:xfrm>
              <a:off x="118375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3" name="Google Shape;1723;p13"/>
            <p:cNvCxnSpPr/>
            <p:nvPr/>
          </p:nvCxnSpPr>
          <p:spPr>
            <a:xfrm>
              <a:off x="12913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4" name="Google Shape;1724;p13"/>
            <p:cNvCxnSpPr/>
            <p:nvPr/>
          </p:nvCxnSpPr>
          <p:spPr>
            <a:xfrm>
              <a:off x="139888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5" name="Google Shape;1725;p13"/>
            <p:cNvCxnSpPr/>
            <p:nvPr/>
          </p:nvCxnSpPr>
          <p:spPr>
            <a:xfrm>
              <a:off x="150644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6" name="Google Shape;1726;p13"/>
            <p:cNvCxnSpPr/>
            <p:nvPr/>
          </p:nvCxnSpPr>
          <p:spPr>
            <a:xfrm>
              <a:off x="1614012"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27" name="Google Shape;1727;p13"/>
            <p:cNvCxnSpPr/>
            <p:nvPr/>
          </p:nvCxnSpPr>
          <p:spPr>
            <a:xfrm>
              <a:off x="172157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8" name="Google Shape;1728;p13"/>
            <p:cNvCxnSpPr/>
            <p:nvPr/>
          </p:nvCxnSpPr>
          <p:spPr>
            <a:xfrm>
              <a:off x="18291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29" name="Google Shape;1729;p13"/>
            <p:cNvCxnSpPr/>
            <p:nvPr/>
          </p:nvCxnSpPr>
          <p:spPr>
            <a:xfrm>
              <a:off x="193670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0" name="Google Shape;1730;p13"/>
            <p:cNvCxnSpPr/>
            <p:nvPr/>
          </p:nvCxnSpPr>
          <p:spPr>
            <a:xfrm>
              <a:off x="204426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1" name="Google Shape;1731;p13"/>
            <p:cNvCxnSpPr/>
            <p:nvPr/>
          </p:nvCxnSpPr>
          <p:spPr>
            <a:xfrm>
              <a:off x="2151830"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32" name="Google Shape;1732;p13"/>
            <p:cNvCxnSpPr/>
            <p:nvPr/>
          </p:nvCxnSpPr>
          <p:spPr>
            <a:xfrm>
              <a:off x="22593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3" name="Google Shape;1733;p13"/>
            <p:cNvCxnSpPr/>
            <p:nvPr/>
          </p:nvCxnSpPr>
          <p:spPr>
            <a:xfrm>
              <a:off x="236695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4" name="Google Shape;1734;p13"/>
            <p:cNvCxnSpPr/>
            <p:nvPr/>
          </p:nvCxnSpPr>
          <p:spPr>
            <a:xfrm>
              <a:off x="24745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5" name="Google Shape;1735;p13"/>
            <p:cNvCxnSpPr/>
            <p:nvPr/>
          </p:nvCxnSpPr>
          <p:spPr>
            <a:xfrm>
              <a:off x="258208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6" name="Google Shape;1736;p13"/>
            <p:cNvCxnSpPr/>
            <p:nvPr/>
          </p:nvCxnSpPr>
          <p:spPr>
            <a:xfrm>
              <a:off x="2689648"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37" name="Google Shape;1737;p13"/>
            <p:cNvCxnSpPr/>
            <p:nvPr/>
          </p:nvCxnSpPr>
          <p:spPr>
            <a:xfrm>
              <a:off x="279721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8" name="Google Shape;1738;p13"/>
            <p:cNvCxnSpPr/>
            <p:nvPr/>
          </p:nvCxnSpPr>
          <p:spPr>
            <a:xfrm>
              <a:off x="29047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39" name="Google Shape;1739;p13"/>
            <p:cNvCxnSpPr/>
            <p:nvPr/>
          </p:nvCxnSpPr>
          <p:spPr>
            <a:xfrm>
              <a:off x="30123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0" name="Google Shape;1740;p13"/>
            <p:cNvCxnSpPr/>
            <p:nvPr/>
          </p:nvCxnSpPr>
          <p:spPr>
            <a:xfrm>
              <a:off x="311990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1" name="Google Shape;1741;p13"/>
            <p:cNvCxnSpPr/>
            <p:nvPr/>
          </p:nvCxnSpPr>
          <p:spPr>
            <a:xfrm>
              <a:off x="3227467"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42" name="Google Shape;1742;p13"/>
            <p:cNvCxnSpPr/>
            <p:nvPr/>
          </p:nvCxnSpPr>
          <p:spPr>
            <a:xfrm>
              <a:off x="333503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3" name="Google Shape;1743;p13"/>
            <p:cNvCxnSpPr/>
            <p:nvPr/>
          </p:nvCxnSpPr>
          <p:spPr>
            <a:xfrm>
              <a:off x="34425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4" name="Google Shape;1744;p13"/>
            <p:cNvCxnSpPr/>
            <p:nvPr/>
          </p:nvCxnSpPr>
          <p:spPr>
            <a:xfrm>
              <a:off x="355015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5" name="Google Shape;1745;p13"/>
            <p:cNvCxnSpPr/>
            <p:nvPr/>
          </p:nvCxnSpPr>
          <p:spPr>
            <a:xfrm>
              <a:off x="36577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6" name="Google Shape;1746;p13"/>
            <p:cNvCxnSpPr/>
            <p:nvPr/>
          </p:nvCxnSpPr>
          <p:spPr>
            <a:xfrm>
              <a:off x="376528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47" name="Google Shape;1747;p13"/>
            <p:cNvCxnSpPr/>
            <p:nvPr/>
          </p:nvCxnSpPr>
          <p:spPr>
            <a:xfrm>
              <a:off x="38728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8" name="Google Shape;1748;p13"/>
            <p:cNvCxnSpPr/>
            <p:nvPr/>
          </p:nvCxnSpPr>
          <p:spPr>
            <a:xfrm>
              <a:off x="398041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49" name="Google Shape;1749;p13"/>
            <p:cNvCxnSpPr/>
            <p:nvPr/>
          </p:nvCxnSpPr>
          <p:spPr>
            <a:xfrm>
              <a:off x="40879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0" name="Google Shape;1750;p13"/>
            <p:cNvCxnSpPr/>
            <p:nvPr/>
          </p:nvCxnSpPr>
          <p:spPr>
            <a:xfrm>
              <a:off x="419554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1" name="Google Shape;1751;p13"/>
            <p:cNvCxnSpPr/>
            <p:nvPr/>
          </p:nvCxnSpPr>
          <p:spPr>
            <a:xfrm>
              <a:off x="4303103"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52" name="Google Shape;1752;p13"/>
            <p:cNvCxnSpPr/>
            <p:nvPr/>
          </p:nvCxnSpPr>
          <p:spPr>
            <a:xfrm>
              <a:off x="441066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3" name="Google Shape;1753;p13"/>
            <p:cNvCxnSpPr/>
            <p:nvPr/>
          </p:nvCxnSpPr>
          <p:spPr>
            <a:xfrm>
              <a:off x="45182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4" name="Google Shape;1754;p13"/>
            <p:cNvCxnSpPr/>
            <p:nvPr/>
          </p:nvCxnSpPr>
          <p:spPr>
            <a:xfrm>
              <a:off x="46257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5" name="Google Shape;1755;p13"/>
            <p:cNvCxnSpPr/>
            <p:nvPr/>
          </p:nvCxnSpPr>
          <p:spPr>
            <a:xfrm>
              <a:off x="473335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6" name="Google Shape;1756;p13"/>
            <p:cNvCxnSpPr/>
            <p:nvPr/>
          </p:nvCxnSpPr>
          <p:spPr>
            <a:xfrm>
              <a:off x="4840922"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57" name="Google Shape;1757;p13"/>
            <p:cNvCxnSpPr/>
            <p:nvPr/>
          </p:nvCxnSpPr>
          <p:spPr>
            <a:xfrm>
              <a:off x="494848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8" name="Google Shape;1758;p13"/>
            <p:cNvCxnSpPr/>
            <p:nvPr/>
          </p:nvCxnSpPr>
          <p:spPr>
            <a:xfrm>
              <a:off x="50560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59" name="Google Shape;1759;p13"/>
            <p:cNvCxnSpPr/>
            <p:nvPr/>
          </p:nvCxnSpPr>
          <p:spPr>
            <a:xfrm>
              <a:off x="516361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0" name="Google Shape;1760;p13"/>
            <p:cNvCxnSpPr/>
            <p:nvPr/>
          </p:nvCxnSpPr>
          <p:spPr>
            <a:xfrm>
              <a:off x="52711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1" name="Google Shape;1761;p13"/>
            <p:cNvCxnSpPr/>
            <p:nvPr/>
          </p:nvCxnSpPr>
          <p:spPr>
            <a:xfrm>
              <a:off x="5378740"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62" name="Google Shape;1762;p13"/>
            <p:cNvCxnSpPr/>
            <p:nvPr/>
          </p:nvCxnSpPr>
          <p:spPr>
            <a:xfrm>
              <a:off x="602412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3" name="Google Shape;1763;p13"/>
            <p:cNvCxnSpPr/>
            <p:nvPr/>
          </p:nvCxnSpPr>
          <p:spPr>
            <a:xfrm>
              <a:off x="613168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4" name="Google Shape;1764;p13"/>
            <p:cNvCxnSpPr/>
            <p:nvPr/>
          </p:nvCxnSpPr>
          <p:spPr>
            <a:xfrm>
              <a:off x="62392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5" name="Google Shape;1765;p13"/>
            <p:cNvCxnSpPr/>
            <p:nvPr/>
          </p:nvCxnSpPr>
          <p:spPr>
            <a:xfrm>
              <a:off x="634681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6" name="Google Shape;1766;p13"/>
            <p:cNvCxnSpPr/>
            <p:nvPr/>
          </p:nvCxnSpPr>
          <p:spPr>
            <a:xfrm>
              <a:off x="6454377"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67" name="Google Shape;1767;p13"/>
            <p:cNvCxnSpPr/>
            <p:nvPr/>
          </p:nvCxnSpPr>
          <p:spPr>
            <a:xfrm>
              <a:off x="656194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8" name="Google Shape;1768;p13"/>
            <p:cNvCxnSpPr/>
            <p:nvPr/>
          </p:nvCxnSpPr>
          <p:spPr>
            <a:xfrm>
              <a:off x="666950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69" name="Google Shape;1769;p13"/>
            <p:cNvCxnSpPr/>
            <p:nvPr/>
          </p:nvCxnSpPr>
          <p:spPr>
            <a:xfrm>
              <a:off x="677706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0" name="Google Shape;1770;p13"/>
            <p:cNvCxnSpPr/>
            <p:nvPr/>
          </p:nvCxnSpPr>
          <p:spPr>
            <a:xfrm>
              <a:off x="68846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1" name="Google Shape;1771;p13"/>
            <p:cNvCxnSpPr/>
            <p:nvPr/>
          </p:nvCxnSpPr>
          <p:spPr>
            <a:xfrm>
              <a:off x="548630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2" name="Google Shape;1772;p13"/>
            <p:cNvCxnSpPr/>
            <p:nvPr/>
          </p:nvCxnSpPr>
          <p:spPr>
            <a:xfrm>
              <a:off x="559386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3" name="Google Shape;1773;p13"/>
            <p:cNvCxnSpPr/>
            <p:nvPr/>
          </p:nvCxnSpPr>
          <p:spPr>
            <a:xfrm>
              <a:off x="57014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4" name="Google Shape;1774;p13"/>
            <p:cNvCxnSpPr/>
            <p:nvPr/>
          </p:nvCxnSpPr>
          <p:spPr>
            <a:xfrm>
              <a:off x="580899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5" name="Google Shape;1775;p13"/>
            <p:cNvCxnSpPr/>
            <p:nvPr/>
          </p:nvCxnSpPr>
          <p:spPr>
            <a:xfrm>
              <a:off x="5916558"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76" name="Google Shape;1776;p13"/>
            <p:cNvCxnSpPr/>
            <p:nvPr/>
          </p:nvCxnSpPr>
          <p:spPr>
            <a:xfrm>
              <a:off x="709975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7" name="Google Shape;1777;p13"/>
            <p:cNvCxnSpPr/>
            <p:nvPr/>
          </p:nvCxnSpPr>
          <p:spPr>
            <a:xfrm>
              <a:off x="699219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78" name="Google Shape;1778;p13"/>
            <p:cNvCxnSpPr/>
            <p:nvPr/>
          </p:nvCxnSpPr>
          <p:spPr>
            <a:xfrm>
              <a:off x="720732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79" name="Google Shape;1779;p13"/>
            <p:cNvCxnSpPr/>
            <p:nvPr/>
          </p:nvCxnSpPr>
          <p:spPr>
            <a:xfrm>
              <a:off x="731488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80" name="Google Shape;1780;p13"/>
            <p:cNvCxnSpPr/>
            <p:nvPr/>
          </p:nvCxnSpPr>
          <p:spPr>
            <a:xfrm>
              <a:off x="742245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81" name="Google Shape;1781;p13"/>
            <p:cNvCxnSpPr/>
            <p:nvPr/>
          </p:nvCxnSpPr>
          <p:spPr>
            <a:xfrm>
              <a:off x="7637577"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2" name="Google Shape;1782;p13"/>
            <p:cNvCxnSpPr/>
            <p:nvPr/>
          </p:nvCxnSpPr>
          <p:spPr>
            <a:xfrm>
              <a:off x="7745141"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3" name="Google Shape;1783;p13"/>
            <p:cNvCxnSpPr/>
            <p:nvPr/>
          </p:nvCxnSpPr>
          <p:spPr>
            <a:xfrm>
              <a:off x="7852704"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4" name="Google Shape;1784;p13"/>
            <p:cNvCxnSpPr/>
            <p:nvPr/>
          </p:nvCxnSpPr>
          <p:spPr>
            <a:xfrm>
              <a:off x="7960268"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5" name="Google Shape;1785;p13"/>
            <p:cNvCxnSpPr/>
            <p:nvPr/>
          </p:nvCxnSpPr>
          <p:spPr>
            <a:xfrm>
              <a:off x="8067832" y="-6009"/>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1786" name="Google Shape;1786;p13"/>
            <p:cNvCxnSpPr/>
            <p:nvPr/>
          </p:nvCxnSpPr>
          <p:spPr>
            <a:xfrm>
              <a:off x="8175395"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7" name="Google Shape;1787;p13"/>
            <p:cNvCxnSpPr/>
            <p:nvPr/>
          </p:nvCxnSpPr>
          <p:spPr>
            <a:xfrm>
              <a:off x="8282959"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8" name="Google Shape;1788;p13"/>
            <p:cNvCxnSpPr/>
            <p:nvPr/>
          </p:nvCxnSpPr>
          <p:spPr>
            <a:xfrm>
              <a:off x="8390523"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89" name="Google Shape;1789;p13"/>
            <p:cNvCxnSpPr/>
            <p:nvPr/>
          </p:nvCxnSpPr>
          <p:spPr>
            <a:xfrm>
              <a:off x="8498086"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790" name="Google Shape;1790;p13"/>
            <p:cNvCxnSpPr/>
            <p:nvPr/>
          </p:nvCxnSpPr>
          <p:spPr>
            <a:xfrm>
              <a:off x="8605650" y="-516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91" name="Google Shape;1791;p13"/>
            <p:cNvCxnSpPr/>
            <p:nvPr/>
          </p:nvCxnSpPr>
          <p:spPr>
            <a:xfrm>
              <a:off x="8713206"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92" name="Google Shape;1792;p13"/>
            <p:cNvCxnSpPr/>
            <p:nvPr/>
          </p:nvCxnSpPr>
          <p:spPr>
            <a:xfrm>
              <a:off x="8820769"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93" name="Google Shape;1793;p13"/>
            <p:cNvCxnSpPr/>
            <p:nvPr/>
          </p:nvCxnSpPr>
          <p:spPr>
            <a:xfrm>
              <a:off x="8928333"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94" name="Google Shape;1794;p13"/>
            <p:cNvCxnSpPr/>
            <p:nvPr/>
          </p:nvCxnSpPr>
          <p:spPr>
            <a:xfrm>
              <a:off x="9035896"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1795" name="Google Shape;1795;p13"/>
            <p:cNvCxnSpPr/>
            <p:nvPr/>
          </p:nvCxnSpPr>
          <p:spPr>
            <a:xfrm>
              <a:off x="7530013" y="-5275"/>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96" name="Google Shape;1796;p13"/>
            <p:cNvCxnSpPr/>
            <p:nvPr/>
          </p:nvCxnSpPr>
          <p:spPr>
            <a:xfrm>
              <a:off x="560" y="-6016"/>
              <a:ext cx="0" cy="5155500"/>
            </a:xfrm>
            <a:prstGeom prst="straightConnector1">
              <a:avLst/>
            </a:prstGeom>
            <a:noFill/>
            <a:ln w="19050" cap="flat" cmpd="sng">
              <a:solidFill>
                <a:schemeClr val="dk2"/>
              </a:solidFill>
              <a:prstDash val="solid"/>
              <a:round/>
              <a:headEnd type="none" w="med" len="med"/>
              <a:tailEnd type="none" w="med" len="med"/>
            </a:ln>
          </p:spPr>
        </p:cxnSp>
        <p:cxnSp>
          <p:nvCxnSpPr>
            <p:cNvPr id="1797" name="Google Shape;1797;p13"/>
            <p:cNvCxnSpPr/>
            <p:nvPr/>
          </p:nvCxnSpPr>
          <p:spPr>
            <a:xfrm>
              <a:off x="53837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798" name="Google Shape;1798;p13"/>
            <p:cNvCxnSpPr/>
            <p:nvPr/>
          </p:nvCxnSpPr>
          <p:spPr>
            <a:xfrm>
              <a:off x="6459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799" name="Google Shape;1799;p13"/>
            <p:cNvCxnSpPr/>
            <p:nvPr/>
          </p:nvCxnSpPr>
          <p:spPr>
            <a:xfrm>
              <a:off x="75350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0" name="Google Shape;1800;p13"/>
            <p:cNvCxnSpPr/>
            <p:nvPr/>
          </p:nvCxnSpPr>
          <p:spPr>
            <a:xfrm>
              <a:off x="86106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1" name="Google Shape;1801;p13"/>
            <p:cNvCxnSpPr/>
            <p:nvPr/>
          </p:nvCxnSpPr>
          <p:spPr>
            <a:xfrm>
              <a:off x="96863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2" name="Google Shape;1802;p13"/>
            <p:cNvCxnSpPr/>
            <p:nvPr/>
          </p:nvCxnSpPr>
          <p:spPr>
            <a:xfrm>
              <a:off x="1076193"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03" name="Google Shape;1803;p13"/>
            <p:cNvCxnSpPr/>
            <p:nvPr/>
          </p:nvCxnSpPr>
          <p:spPr>
            <a:xfrm>
              <a:off x="118375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4" name="Google Shape;1804;p13"/>
            <p:cNvCxnSpPr/>
            <p:nvPr/>
          </p:nvCxnSpPr>
          <p:spPr>
            <a:xfrm>
              <a:off x="12913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5" name="Google Shape;1805;p13"/>
            <p:cNvCxnSpPr/>
            <p:nvPr/>
          </p:nvCxnSpPr>
          <p:spPr>
            <a:xfrm>
              <a:off x="139888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6" name="Google Shape;1806;p13"/>
            <p:cNvCxnSpPr/>
            <p:nvPr/>
          </p:nvCxnSpPr>
          <p:spPr>
            <a:xfrm>
              <a:off x="150644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7" name="Google Shape;1807;p13"/>
            <p:cNvCxnSpPr/>
            <p:nvPr/>
          </p:nvCxnSpPr>
          <p:spPr>
            <a:xfrm>
              <a:off x="1614012"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08" name="Google Shape;1808;p13"/>
            <p:cNvCxnSpPr/>
            <p:nvPr/>
          </p:nvCxnSpPr>
          <p:spPr>
            <a:xfrm>
              <a:off x="172157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09" name="Google Shape;1809;p13"/>
            <p:cNvCxnSpPr/>
            <p:nvPr/>
          </p:nvCxnSpPr>
          <p:spPr>
            <a:xfrm>
              <a:off x="18291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0" name="Google Shape;1810;p13"/>
            <p:cNvCxnSpPr/>
            <p:nvPr/>
          </p:nvCxnSpPr>
          <p:spPr>
            <a:xfrm>
              <a:off x="193670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1" name="Google Shape;1811;p13"/>
            <p:cNvCxnSpPr/>
            <p:nvPr/>
          </p:nvCxnSpPr>
          <p:spPr>
            <a:xfrm>
              <a:off x="204426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2" name="Google Shape;1812;p13"/>
            <p:cNvCxnSpPr/>
            <p:nvPr/>
          </p:nvCxnSpPr>
          <p:spPr>
            <a:xfrm>
              <a:off x="2151830"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13" name="Google Shape;1813;p13"/>
            <p:cNvCxnSpPr/>
            <p:nvPr/>
          </p:nvCxnSpPr>
          <p:spPr>
            <a:xfrm>
              <a:off x="22593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4" name="Google Shape;1814;p13"/>
            <p:cNvCxnSpPr/>
            <p:nvPr/>
          </p:nvCxnSpPr>
          <p:spPr>
            <a:xfrm>
              <a:off x="236695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5" name="Google Shape;1815;p13"/>
            <p:cNvCxnSpPr/>
            <p:nvPr/>
          </p:nvCxnSpPr>
          <p:spPr>
            <a:xfrm>
              <a:off x="24745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6" name="Google Shape;1816;p13"/>
            <p:cNvCxnSpPr/>
            <p:nvPr/>
          </p:nvCxnSpPr>
          <p:spPr>
            <a:xfrm>
              <a:off x="258208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7" name="Google Shape;1817;p13"/>
            <p:cNvCxnSpPr/>
            <p:nvPr/>
          </p:nvCxnSpPr>
          <p:spPr>
            <a:xfrm>
              <a:off x="2689648"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18" name="Google Shape;1818;p13"/>
            <p:cNvCxnSpPr/>
            <p:nvPr/>
          </p:nvCxnSpPr>
          <p:spPr>
            <a:xfrm>
              <a:off x="279721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19" name="Google Shape;1819;p13"/>
            <p:cNvCxnSpPr/>
            <p:nvPr/>
          </p:nvCxnSpPr>
          <p:spPr>
            <a:xfrm>
              <a:off x="29047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0" name="Google Shape;1820;p13"/>
            <p:cNvCxnSpPr/>
            <p:nvPr/>
          </p:nvCxnSpPr>
          <p:spPr>
            <a:xfrm>
              <a:off x="30123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1" name="Google Shape;1821;p13"/>
            <p:cNvCxnSpPr/>
            <p:nvPr/>
          </p:nvCxnSpPr>
          <p:spPr>
            <a:xfrm>
              <a:off x="311990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2" name="Google Shape;1822;p13"/>
            <p:cNvCxnSpPr/>
            <p:nvPr/>
          </p:nvCxnSpPr>
          <p:spPr>
            <a:xfrm>
              <a:off x="3227467"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23" name="Google Shape;1823;p13"/>
            <p:cNvCxnSpPr/>
            <p:nvPr/>
          </p:nvCxnSpPr>
          <p:spPr>
            <a:xfrm>
              <a:off x="333503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4" name="Google Shape;1824;p13"/>
            <p:cNvCxnSpPr/>
            <p:nvPr/>
          </p:nvCxnSpPr>
          <p:spPr>
            <a:xfrm>
              <a:off x="34425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5" name="Google Shape;1825;p13"/>
            <p:cNvCxnSpPr/>
            <p:nvPr/>
          </p:nvCxnSpPr>
          <p:spPr>
            <a:xfrm>
              <a:off x="355015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6" name="Google Shape;1826;p13"/>
            <p:cNvCxnSpPr/>
            <p:nvPr/>
          </p:nvCxnSpPr>
          <p:spPr>
            <a:xfrm>
              <a:off x="36577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7" name="Google Shape;1827;p13"/>
            <p:cNvCxnSpPr/>
            <p:nvPr/>
          </p:nvCxnSpPr>
          <p:spPr>
            <a:xfrm>
              <a:off x="376528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28" name="Google Shape;1828;p13"/>
            <p:cNvCxnSpPr/>
            <p:nvPr/>
          </p:nvCxnSpPr>
          <p:spPr>
            <a:xfrm>
              <a:off x="38728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29" name="Google Shape;1829;p13"/>
            <p:cNvCxnSpPr/>
            <p:nvPr/>
          </p:nvCxnSpPr>
          <p:spPr>
            <a:xfrm>
              <a:off x="398041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0" name="Google Shape;1830;p13"/>
            <p:cNvCxnSpPr/>
            <p:nvPr/>
          </p:nvCxnSpPr>
          <p:spPr>
            <a:xfrm>
              <a:off x="40879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1" name="Google Shape;1831;p13"/>
            <p:cNvCxnSpPr/>
            <p:nvPr/>
          </p:nvCxnSpPr>
          <p:spPr>
            <a:xfrm>
              <a:off x="419554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2" name="Google Shape;1832;p13"/>
            <p:cNvCxnSpPr/>
            <p:nvPr/>
          </p:nvCxnSpPr>
          <p:spPr>
            <a:xfrm>
              <a:off x="4303103"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33" name="Google Shape;1833;p13"/>
            <p:cNvCxnSpPr/>
            <p:nvPr/>
          </p:nvCxnSpPr>
          <p:spPr>
            <a:xfrm>
              <a:off x="441066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4" name="Google Shape;1834;p13"/>
            <p:cNvCxnSpPr/>
            <p:nvPr/>
          </p:nvCxnSpPr>
          <p:spPr>
            <a:xfrm>
              <a:off x="45182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5" name="Google Shape;1835;p13"/>
            <p:cNvCxnSpPr/>
            <p:nvPr/>
          </p:nvCxnSpPr>
          <p:spPr>
            <a:xfrm>
              <a:off x="46257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6" name="Google Shape;1836;p13"/>
            <p:cNvCxnSpPr/>
            <p:nvPr/>
          </p:nvCxnSpPr>
          <p:spPr>
            <a:xfrm>
              <a:off x="473335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7" name="Google Shape;1837;p13"/>
            <p:cNvCxnSpPr/>
            <p:nvPr/>
          </p:nvCxnSpPr>
          <p:spPr>
            <a:xfrm>
              <a:off x="4840922"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38" name="Google Shape;1838;p13"/>
            <p:cNvCxnSpPr/>
            <p:nvPr/>
          </p:nvCxnSpPr>
          <p:spPr>
            <a:xfrm>
              <a:off x="494848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39" name="Google Shape;1839;p13"/>
            <p:cNvCxnSpPr/>
            <p:nvPr/>
          </p:nvCxnSpPr>
          <p:spPr>
            <a:xfrm>
              <a:off x="50560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0" name="Google Shape;1840;p13"/>
            <p:cNvCxnSpPr/>
            <p:nvPr/>
          </p:nvCxnSpPr>
          <p:spPr>
            <a:xfrm>
              <a:off x="516361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1" name="Google Shape;1841;p13"/>
            <p:cNvCxnSpPr/>
            <p:nvPr/>
          </p:nvCxnSpPr>
          <p:spPr>
            <a:xfrm>
              <a:off x="52711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2" name="Google Shape;1842;p13"/>
            <p:cNvCxnSpPr/>
            <p:nvPr/>
          </p:nvCxnSpPr>
          <p:spPr>
            <a:xfrm>
              <a:off x="5378740"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43" name="Google Shape;1843;p13"/>
            <p:cNvCxnSpPr/>
            <p:nvPr/>
          </p:nvCxnSpPr>
          <p:spPr>
            <a:xfrm>
              <a:off x="602412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4" name="Google Shape;1844;p13"/>
            <p:cNvCxnSpPr/>
            <p:nvPr/>
          </p:nvCxnSpPr>
          <p:spPr>
            <a:xfrm>
              <a:off x="613168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5" name="Google Shape;1845;p13"/>
            <p:cNvCxnSpPr/>
            <p:nvPr/>
          </p:nvCxnSpPr>
          <p:spPr>
            <a:xfrm>
              <a:off x="62392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6" name="Google Shape;1846;p13"/>
            <p:cNvCxnSpPr/>
            <p:nvPr/>
          </p:nvCxnSpPr>
          <p:spPr>
            <a:xfrm>
              <a:off x="634681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7" name="Google Shape;1847;p13"/>
            <p:cNvCxnSpPr/>
            <p:nvPr/>
          </p:nvCxnSpPr>
          <p:spPr>
            <a:xfrm>
              <a:off x="6454377"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48" name="Google Shape;1848;p13"/>
            <p:cNvCxnSpPr/>
            <p:nvPr/>
          </p:nvCxnSpPr>
          <p:spPr>
            <a:xfrm>
              <a:off x="656194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49" name="Google Shape;1849;p13"/>
            <p:cNvCxnSpPr/>
            <p:nvPr/>
          </p:nvCxnSpPr>
          <p:spPr>
            <a:xfrm>
              <a:off x="666950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0" name="Google Shape;1850;p13"/>
            <p:cNvCxnSpPr/>
            <p:nvPr/>
          </p:nvCxnSpPr>
          <p:spPr>
            <a:xfrm>
              <a:off x="677706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1" name="Google Shape;1851;p13"/>
            <p:cNvCxnSpPr/>
            <p:nvPr/>
          </p:nvCxnSpPr>
          <p:spPr>
            <a:xfrm>
              <a:off x="68846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2" name="Google Shape;1852;p13"/>
            <p:cNvCxnSpPr/>
            <p:nvPr/>
          </p:nvCxnSpPr>
          <p:spPr>
            <a:xfrm>
              <a:off x="548630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3" name="Google Shape;1853;p13"/>
            <p:cNvCxnSpPr/>
            <p:nvPr/>
          </p:nvCxnSpPr>
          <p:spPr>
            <a:xfrm>
              <a:off x="559386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4" name="Google Shape;1854;p13"/>
            <p:cNvCxnSpPr/>
            <p:nvPr/>
          </p:nvCxnSpPr>
          <p:spPr>
            <a:xfrm>
              <a:off x="57014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5" name="Google Shape;1855;p13"/>
            <p:cNvCxnSpPr/>
            <p:nvPr/>
          </p:nvCxnSpPr>
          <p:spPr>
            <a:xfrm>
              <a:off x="580899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6" name="Google Shape;1856;p13"/>
            <p:cNvCxnSpPr/>
            <p:nvPr/>
          </p:nvCxnSpPr>
          <p:spPr>
            <a:xfrm>
              <a:off x="5916558"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57" name="Google Shape;1857;p13"/>
            <p:cNvCxnSpPr/>
            <p:nvPr/>
          </p:nvCxnSpPr>
          <p:spPr>
            <a:xfrm>
              <a:off x="709975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58" name="Google Shape;1858;p13"/>
            <p:cNvCxnSpPr/>
            <p:nvPr/>
          </p:nvCxnSpPr>
          <p:spPr>
            <a:xfrm>
              <a:off x="699219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59" name="Google Shape;1859;p13"/>
            <p:cNvCxnSpPr/>
            <p:nvPr/>
          </p:nvCxnSpPr>
          <p:spPr>
            <a:xfrm>
              <a:off x="720732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60" name="Google Shape;1860;p13"/>
            <p:cNvCxnSpPr/>
            <p:nvPr/>
          </p:nvCxnSpPr>
          <p:spPr>
            <a:xfrm>
              <a:off x="731488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61" name="Google Shape;1861;p13"/>
            <p:cNvCxnSpPr/>
            <p:nvPr/>
          </p:nvCxnSpPr>
          <p:spPr>
            <a:xfrm>
              <a:off x="742245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1862" name="Google Shape;1862;p13"/>
            <p:cNvCxnSpPr/>
            <p:nvPr/>
          </p:nvCxnSpPr>
          <p:spPr>
            <a:xfrm>
              <a:off x="7637577"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63" name="Google Shape;1863;p13"/>
            <p:cNvCxnSpPr/>
            <p:nvPr/>
          </p:nvCxnSpPr>
          <p:spPr>
            <a:xfrm>
              <a:off x="7745141"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64" name="Google Shape;1864;p13"/>
            <p:cNvCxnSpPr/>
            <p:nvPr/>
          </p:nvCxnSpPr>
          <p:spPr>
            <a:xfrm>
              <a:off x="7852704"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65" name="Google Shape;1865;p13"/>
            <p:cNvCxnSpPr/>
            <p:nvPr/>
          </p:nvCxnSpPr>
          <p:spPr>
            <a:xfrm>
              <a:off x="7960268"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66" name="Google Shape;1866;p13"/>
            <p:cNvCxnSpPr/>
            <p:nvPr/>
          </p:nvCxnSpPr>
          <p:spPr>
            <a:xfrm>
              <a:off x="8067832" y="4715866"/>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1867" name="Google Shape;1867;p13"/>
            <p:cNvCxnSpPr/>
            <p:nvPr/>
          </p:nvCxnSpPr>
          <p:spPr>
            <a:xfrm>
              <a:off x="8175395"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68" name="Google Shape;1868;p13"/>
            <p:cNvCxnSpPr/>
            <p:nvPr/>
          </p:nvCxnSpPr>
          <p:spPr>
            <a:xfrm>
              <a:off x="8282959"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69" name="Google Shape;1869;p13"/>
            <p:cNvCxnSpPr/>
            <p:nvPr/>
          </p:nvCxnSpPr>
          <p:spPr>
            <a:xfrm>
              <a:off x="8390523"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70" name="Google Shape;1870;p13"/>
            <p:cNvCxnSpPr/>
            <p:nvPr/>
          </p:nvCxnSpPr>
          <p:spPr>
            <a:xfrm>
              <a:off x="8498086"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1871" name="Google Shape;1871;p13"/>
            <p:cNvCxnSpPr/>
            <p:nvPr/>
          </p:nvCxnSpPr>
          <p:spPr>
            <a:xfrm>
              <a:off x="8605650" y="471671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72" name="Google Shape;1872;p13"/>
            <p:cNvCxnSpPr/>
            <p:nvPr/>
          </p:nvCxnSpPr>
          <p:spPr>
            <a:xfrm>
              <a:off x="7530013" y="4716600"/>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1873" name="Google Shape;1873;p13"/>
            <p:cNvCxnSpPr/>
            <p:nvPr/>
          </p:nvCxnSpPr>
          <p:spPr>
            <a:xfrm>
              <a:off x="8606000" y="4179829"/>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874" name="Google Shape;1874;p13"/>
            <p:cNvCxnSpPr/>
            <p:nvPr/>
          </p:nvCxnSpPr>
          <p:spPr>
            <a:xfrm>
              <a:off x="8606000" y="3107776"/>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875" name="Google Shape;1875;p13"/>
            <p:cNvCxnSpPr/>
            <p:nvPr/>
          </p:nvCxnSpPr>
          <p:spPr>
            <a:xfrm>
              <a:off x="8606000" y="2035724"/>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876" name="Google Shape;1876;p13"/>
            <p:cNvCxnSpPr/>
            <p:nvPr/>
          </p:nvCxnSpPr>
          <p:spPr>
            <a:xfrm>
              <a:off x="8606000" y="963671"/>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877" name="Google Shape;1877;p13"/>
            <p:cNvCxnSpPr/>
            <p:nvPr/>
          </p:nvCxnSpPr>
          <p:spPr>
            <a:xfrm>
              <a:off x="8606000" y="42870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78" name="Google Shape;1878;p13"/>
            <p:cNvCxnSpPr/>
            <p:nvPr/>
          </p:nvCxnSpPr>
          <p:spPr>
            <a:xfrm>
              <a:off x="8606000" y="43942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79" name="Google Shape;1879;p13"/>
            <p:cNvCxnSpPr/>
            <p:nvPr/>
          </p:nvCxnSpPr>
          <p:spPr>
            <a:xfrm>
              <a:off x="8606000" y="45014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0" name="Google Shape;1880;p13"/>
            <p:cNvCxnSpPr/>
            <p:nvPr/>
          </p:nvCxnSpPr>
          <p:spPr>
            <a:xfrm>
              <a:off x="8606000" y="46086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1" name="Google Shape;1881;p13"/>
            <p:cNvCxnSpPr/>
            <p:nvPr/>
          </p:nvCxnSpPr>
          <p:spPr>
            <a:xfrm>
              <a:off x="8606000" y="37510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2" name="Google Shape;1882;p13"/>
            <p:cNvCxnSpPr/>
            <p:nvPr/>
          </p:nvCxnSpPr>
          <p:spPr>
            <a:xfrm>
              <a:off x="8606000" y="38582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3" name="Google Shape;1883;p13"/>
            <p:cNvCxnSpPr/>
            <p:nvPr/>
          </p:nvCxnSpPr>
          <p:spPr>
            <a:xfrm>
              <a:off x="8606000" y="39654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4" name="Google Shape;1884;p13"/>
            <p:cNvCxnSpPr/>
            <p:nvPr/>
          </p:nvCxnSpPr>
          <p:spPr>
            <a:xfrm>
              <a:off x="8606000" y="407262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5" name="Google Shape;1885;p13"/>
            <p:cNvCxnSpPr/>
            <p:nvPr/>
          </p:nvCxnSpPr>
          <p:spPr>
            <a:xfrm>
              <a:off x="8606000" y="3643803"/>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886" name="Google Shape;1886;p13"/>
            <p:cNvCxnSpPr/>
            <p:nvPr/>
          </p:nvCxnSpPr>
          <p:spPr>
            <a:xfrm>
              <a:off x="8606000" y="32149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7" name="Google Shape;1887;p13"/>
            <p:cNvCxnSpPr/>
            <p:nvPr/>
          </p:nvCxnSpPr>
          <p:spPr>
            <a:xfrm>
              <a:off x="8606000" y="33221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8" name="Google Shape;1888;p13"/>
            <p:cNvCxnSpPr/>
            <p:nvPr/>
          </p:nvCxnSpPr>
          <p:spPr>
            <a:xfrm>
              <a:off x="8606000" y="34293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89" name="Google Shape;1889;p13"/>
            <p:cNvCxnSpPr/>
            <p:nvPr/>
          </p:nvCxnSpPr>
          <p:spPr>
            <a:xfrm>
              <a:off x="8606000" y="353659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0" name="Google Shape;1890;p13"/>
            <p:cNvCxnSpPr/>
            <p:nvPr/>
          </p:nvCxnSpPr>
          <p:spPr>
            <a:xfrm>
              <a:off x="8606000" y="26789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1" name="Google Shape;1891;p13"/>
            <p:cNvCxnSpPr/>
            <p:nvPr/>
          </p:nvCxnSpPr>
          <p:spPr>
            <a:xfrm>
              <a:off x="8606000" y="27861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2" name="Google Shape;1892;p13"/>
            <p:cNvCxnSpPr/>
            <p:nvPr/>
          </p:nvCxnSpPr>
          <p:spPr>
            <a:xfrm>
              <a:off x="8606000" y="28933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3" name="Google Shape;1893;p13"/>
            <p:cNvCxnSpPr/>
            <p:nvPr/>
          </p:nvCxnSpPr>
          <p:spPr>
            <a:xfrm>
              <a:off x="8606000" y="300057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4" name="Google Shape;1894;p13"/>
            <p:cNvCxnSpPr/>
            <p:nvPr/>
          </p:nvCxnSpPr>
          <p:spPr>
            <a:xfrm>
              <a:off x="8606000" y="2571750"/>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895" name="Google Shape;1895;p13"/>
            <p:cNvCxnSpPr/>
            <p:nvPr/>
          </p:nvCxnSpPr>
          <p:spPr>
            <a:xfrm>
              <a:off x="8606000" y="214292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6" name="Google Shape;1896;p13"/>
            <p:cNvCxnSpPr/>
            <p:nvPr/>
          </p:nvCxnSpPr>
          <p:spPr>
            <a:xfrm>
              <a:off x="8606000" y="22501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7" name="Google Shape;1897;p13"/>
            <p:cNvCxnSpPr/>
            <p:nvPr/>
          </p:nvCxnSpPr>
          <p:spPr>
            <a:xfrm>
              <a:off x="8606000" y="23573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8" name="Google Shape;1898;p13"/>
            <p:cNvCxnSpPr/>
            <p:nvPr/>
          </p:nvCxnSpPr>
          <p:spPr>
            <a:xfrm>
              <a:off x="8606000" y="24645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899" name="Google Shape;1899;p13"/>
            <p:cNvCxnSpPr/>
            <p:nvPr/>
          </p:nvCxnSpPr>
          <p:spPr>
            <a:xfrm>
              <a:off x="8606000" y="160690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0" name="Google Shape;1900;p13"/>
            <p:cNvCxnSpPr/>
            <p:nvPr/>
          </p:nvCxnSpPr>
          <p:spPr>
            <a:xfrm>
              <a:off x="8606000" y="17141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1" name="Google Shape;1901;p13"/>
            <p:cNvCxnSpPr/>
            <p:nvPr/>
          </p:nvCxnSpPr>
          <p:spPr>
            <a:xfrm>
              <a:off x="8606000" y="18213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2" name="Google Shape;1902;p13"/>
            <p:cNvCxnSpPr/>
            <p:nvPr/>
          </p:nvCxnSpPr>
          <p:spPr>
            <a:xfrm>
              <a:off x="8606000" y="19285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3" name="Google Shape;1903;p13"/>
            <p:cNvCxnSpPr/>
            <p:nvPr/>
          </p:nvCxnSpPr>
          <p:spPr>
            <a:xfrm>
              <a:off x="8606000" y="1499697"/>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1904" name="Google Shape;1904;p13"/>
            <p:cNvCxnSpPr/>
            <p:nvPr/>
          </p:nvCxnSpPr>
          <p:spPr>
            <a:xfrm>
              <a:off x="8606000" y="107087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5" name="Google Shape;1905;p13"/>
            <p:cNvCxnSpPr/>
            <p:nvPr/>
          </p:nvCxnSpPr>
          <p:spPr>
            <a:xfrm>
              <a:off x="8606000" y="11780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6" name="Google Shape;1906;p13"/>
            <p:cNvCxnSpPr/>
            <p:nvPr/>
          </p:nvCxnSpPr>
          <p:spPr>
            <a:xfrm>
              <a:off x="8606000" y="12852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7" name="Google Shape;1907;p13"/>
            <p:cNvCxnSpPr/>
            <p:nvPr/>
          </p:nvCxnSpPr>
          <p:spPr>
            <a:xfrm>
              <a:off x="8606000" y="13924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8" name="Google Shape;1908;p13"/>
            <p:cNvCxnSpPr/>
            <p:nvPr/>
          </p:nvCxnSpPr>
          <p:spPr>
            <a:xfrm>
              <a:off x="8606000" y="5348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09" name="Google Shape;1909;p13"/>
            <p:cNvCxnSpPr/>
            <p:nvPr/>
          </p:nvCxnSpPr>
          <p:spPr>
            <a:xfrm>
              <a:off x="8606000" y="6420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10" name="Google Shape;1910;p13"/>
            <p:cNvCxnSpPr/>
            <p:nvPr/>
          </p:nvCxnSpPr>
          <p:spPr>
            <a:xfrm>
              <a:off x="8606000" y="7492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11" name="Google Shape;1911;p13"/>
            <p:cNvCxnSpPr/>
            <p:nvPr/>
          </p:nvCxnSpPr>
          <p:spPr>
            <a:xfrm>
              <a:off x="8606000" y="8564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1912" name="Google Shape;1912;p13"/>
            <p:cNvCxnSpPr/>
            <p:nvPr/>
          </p:nvCxnSpPr>
          <p:spPr>
            <a:xfrm>
              <a:off x="9143460" y="-6016"/>
              <a:ext cx="0" cy="5155500"/>
            </a:xfrm>
            <a:prstGeom prst="straightConnector1">
              <a:avLst/>
            </a:prstGeom>
            <a:noFill/>
            <a:ln w="19050" cap="flat" cmpd="sng">
              <a:solidFill>
                <a:schemeClr val="dk2"/>
              </a:solidFill>
              <a:prstDash val="solid"/>
              <a:round/>
              <a:headEnd type="none" w="med" len="med"/>
              <a:tailEnd type="none" w="med" len="med"/>
            </a:ln>
          </p:spPr>
        </p:cxnSp>
      </p:grpSp>
      <p:grpSp>
        <p:nvGrpSpPr>
          <p:cNvPr id="1913" name="Google Shape;1913;p13"/>
          <p:cNvGrpSpPr/>
          <p:nvPr/>
        </p:nvGrpSpPr>
        <p:grpSpPr>
          <a:xfrm>
            <a:off x="501450" y="391025"/>
            <a:ext cx="8141100" cy="4361400"/>
            <a:chOff x="18728675" y="391025"/>
            <a:chExt cx="8141100" cy="4361400"/>
          </a:xfrm>
        </p:grpSpPr>
        <p:sp>
          <p:nvSpPr>
            <p:cNvPr id="1914" name="Google Shape;1914;p13"/>
            <p:cNvSpPr/>
            <p:nvPr/>
          </p:nvSpPr>
          <p:spPr>
            <a:xfrm>
              <a:off x="18728675" y="391025"/>
              <a:ext cx="8141100" cy="4361400"/>
            </a:xfrm>
            <a:prstGeom prst="rect">
              <a:avLst/>
            </a:prstGeom>
            <a:no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13"/>
            <p:cNvSpPr/>
            <p:nvPr/>
          </p:nvSpPr>
          <p:spPr>
            <a:xfrm>
              <a:off x="18765875" y="427600"/>
              <a:ext cx="8067300" cy="42873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16" name="Google Shape;1916;p13"/>
          <p:cNvCxnSpPr/>
          <p:nvPr/>
        </p:nvCxnSpPr>
        <p:spPr>
          <a:xfrm>
            <a:off x="9143460" y="-6016"/>
            <a:ext cx="0" cy="5155500"/>
          </a:xfrm>
          <a:prstGeom prst="straightConnector1">
            <a:avLst/>
          </a:prstGeom>
          <a:noFill/>
          <a:ln w="19050" cap="flat" cmpd="sng">
            <a:solidFill>
              <a:schemeClr val="dk2"/>
            </a:solidFill>
            <a:prstDash val="solid"/>
            <a:round/>
            <a:headEnd type="none" w="med" len="med"/>
            <a:tailEnd type="none" w="med" len="med"/>
          </a:ln>
        </p:spPr>
      </p:cxnSp>
      <p:sp>
        <p:nvSpPr>
          <p:cNvPr id="1917" name="Google Shape;1917;p13"/>
          <p:cNvSpPr txBox="1">
            <a:spLocks noGrp="1"/>
          </p:cNvSpPr>
          <p:nvPr>
            <p:ph type="title"/>
          </p:nvPr>
        </p:nvSpPr>
        <p:spPr>
          <a:xfrm>
            <a:off x="540100" y="427625"/>
            <a:ext cx="8064000" cy="676200"/>
          </a:xfrm>
          <a:prstGeom prst="rect">
            <a:avLst/>
          </a:prstGeom>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800"/>
              <a:buFont typeface="Lexend Tera"/>
              <a:buNone/>
              <a:defRPr sz="2800" b="1">
                <a:solidFill>
                  <a:schemeClr val="dk1"/>
                </a:solidFill>
                <a:latin typeface="Lexend Tera"/>
                <a:ea typeface="Lexend Tera"/>
                <a:cs typeface="Lexend Tera"/>
                <a:sym typeface="Lexend Tera"/>
              </a:defRPr>
            </a:lvl1pPr>
            <a:lvl2pPr lvl="1" rtl="0">
              <a:lnSpc>
                <a:spcPct val="100000"/>
              </a:lnSpc>
              <a:spcBef>
                <a:spcPts val="0"/>
              </a:spcBef>
              <a:spcAft>
                <a:spcPts val="0"/>
              </a:spcAft>
              <a:buClr>
                <a:schemeClr val="dk1"/>
              </a:buClr>
              <a:buSzPts val="2800"/>
              <a:buNone/>
              <a:defRPr sz="2800" b="1">
                <a:solidFill>
                  <a:schemeClr val="dk1"/>
                </a:solidFill>
              </a:defRPr>
            </a:lvl2pPr>
            <a:lvl3pPr lvl="2" rtl="0">
              <a:lnSpc>
                <a:spcPct val="100000"/>
              </a:lnSpc>
              <a:spcBef>
                <a:spcPts val="0"/>
              </a:spcBef>
              <a:spcAft>
                <a:spcPts val="0"/>
              </a:spcAft>
              <a:buClr>
                <a:schemeClr val="dk1"/>
              </a:buClr>
              <a:buSzPts val="2800"/>
              <a:buNone/>
              <a:defRPr sz="2800" b="1">
                <a:solidFill>
                  <a:schemeClr val="dk1"/>
                </a:solidFill>
              </a:defRPr>
            </a:lvl3pPr>
            <a:lvl4pPr lvl="3" rtl="0">
              <a:lnSpc>
                <a:spcPct val="100000"/>
              </a:lnSpc>
              <a:spcBef>
                <a:spcPts val="0"/>
              </a:spcBef>
              <a:spcAft>
                <a:spcPts val="0"/>
              </a:spcAft>
              <a:buClr>
                <a:schemeClr val="dk1"/>
              </a:buClr>
              <a:buSzPts val="2800"/>
              <a:buNone/>
              <a:defRPr sz="2800" b="1">
                <a:solidFill>
                  <a:schemeClr val="dk1"/>
                </a:solidFill>
              </a:defRPr>
            </a:lvl4pPr>
            <a:lvl5pPr lvl="4" rtl="0">
              <a:lnSpc>
                <a:spcPct val="100000"/>
              </a:lnSpc>
              <a:spcBef>
                <a:spcPts val="0"/>
              </a:spcBef>
              <a:spcAft>
                <a:spcPts val="0"/>
              </a:spcAft>
              <a:buClr>
                <a:schemeClr val="dk1"/>
              </a:buClr>
              <a:buSzPts val="2800"/>
              <a:buNone/>
              <a:defRPr sz="2800" b="1">
                <a:solidFill>
                  <a:schemeClr val="dk1"/>
                </a:solidFill>
              </a:defRPr>
            </a:lvl5pPr>
            <a:lvl6pPr lvl="5" rtl="0">
              <a:lnSpc>
                <a:spcPct val="100000"/>
              </a:lnSpc>
              <a:spcBef>
                <a:spcPts val="0"/>
              </a:spcBef>
              <a:spcAft>
                <a:spcPts val="0"/>
              </a:spcAft>
              <a:buClr>
                <a:schemeClr val="dk1"/>
              </a:buClr>
              <a:buSzPts val="2800"/>
              <a:buNone/>
              <a:defRPr sz="2800" b="1">
                <a:solidFill>
                  <a:schemeClr val="dk1"/>
                </a:solidFill>
              </a:defRPr>
            </a:lvl6pPr>
            <a:lvl7pPr lvl="6" rtl="0">
              <a:lnSpc>
                <a:spcPct val="100000"/>
              </a:lnSpc>
              <a:spcBef>
                <a:spcPts val="0"/>
              </a:spcBef>
              <a:spcAft>
                <a:spcPts val="0"/>
              </a:spcAft>
              <a:buClr>
                <a:schemeClr val="dk1"/>
              </a:buClr>
              <a:buSzPts val="2800"/>
              <a:buNone/>
              <a:defRPr sz="2800" b="1">
                <a:solidFill>
                  <a:schemeClr val="dk1"/>
                </a:solidFill>
              </a:defRPr>
            </a:lvl7pPr>
            <a:lvl8pPr lvl="7" rtl="0">
              <a:lnSpc>
                <a:spcPct val="100000"/>
              </a:lnSpc>
              <a:spcBef>
                <a:spcPts val="0"/>
              </a:spcBef>
              <a:spcAft>
                <a:spcPts val="0"/>
              </a:spcAft>
              <a:buClr>
                <a:schemeClr val="dk1"/>
              </a:buClr>
              <a:buSzPts val="2800"/>
              <a:buNone/>
              <a:defRPr sz="2800" b="1">
                <a:solidFill>
                  <a:schemeClr val="dk1"/>
                </a:solidFill>
              </a:defRPr>
            </a:lvl8pPr>
            <a:lvl9pPr lvl="8" rtl="0">
              <a:lnSpc>
                <a:spcPct val="100000"/>
              </a:lnSpc>
              <a:spcBef>
                <a:spcPts val="0"/>
              </a:spcBef>
              <a:spcAft>
                <a:spcPts val="0"/>
              </a:spcAft>
              <a:buClr>
                <a:schemeClr val="dk1"/>
              </a:buClr>
              <a:buSzPts val="2800"/>
              <a:buNone/>
              <a:defRPr sz="2800" b="1">
                <a:solidFill>
                  <a:schemeClr val="dk1"/>
                </a:solidFill>
              </a:defRPr>
            </a:lvl9pPr>
          </a:lstStyle>
          <a:p>
            <a:endParaRPr/>
          </a:p>
        </p:txBody>
      </p:sp>
      <p:sp>
        <p:nvSpPr>
          <p:cNvPr id="1918" name="Google Shape;1918;p13"/>
          <p:cNvSpPr txBox="1">
            <a:spLocks noGrp="1"/>
          </p:cNvSpPr>
          <p:nvPr>
            <p:ph type="subTitle" idx="1"/>
          </p:nvPr>
        </p:nvSpPr>
        <p:spPr>
          <a:xfrm>
            <a:off x="1604748" y="1784501"/>
            <a:ext cx="28914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919" name="Google Shape;1919;p13"/>
          <p:cNvSpPr txBox="1">
            <a:spLocks noGrp="1"/>
          </p:cNvSpPr>
          <p:nvPr>
            <p:ph type="subTitle" idx="2"/>
          </p:nvPr>
        </p:nvSpPr>
        <p:spPr>
          <a:xfrm>
            <a:off x="1604748" y="4059037"/>
            <a:ext cx="28914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920" name="Google Shape;1920;p13"/>
          <p:cNvSpPr txBox="1">
            <a:spLocks noGrp="1"/>
          </p:cNvSpPr>
          <p:nvPr>
            <p:ph type="subTitle" idx="3"/>
          </p:nvPr>
        </p:nvSpPr>
        <p:spPr>
          <a:xfrm>
            <a:off x="1604748" y="3550744"/>
            <a:ext cx="2891400" cy="67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Tera"/>
              <a:buNone/>
              <a:defRPr sz="1800">
                <a:latin typeface="Lexend Tera Black"/>
                <a:ea typeface="Lexend Tera Black"/>
                <a:cs typeface="Lexend Tera Black"/>
                <a:sym typeface="Lexend Tera Black"/>
              </a:defRPr>
            </a:lvl1pPr>
            <a:lvl2pPr lvl="1" rtl="0">
              <a:lnSpc>
                <a:spcPct val="100000"/>
              </a:lnSpc>
              <a:spcBef>
                <a:spcPts val="0"/>
              </a:spcBef>
              <a:spcAft>
                <a:spcPts val="0"/>
              </a:spcAft>
              <a:buSzPts val="2000"/>
              <a:buFont typeface="Lexend Tera"/>
              <a:buNone/>
              <a:defRPr sz="2000">
                <a:latin typeface="Lexend Tera"/>
                <a:ea typeface="Lexend Tera"/>
                <a:cs typeface="Lexend Tera"/>
                <a:sym typeface="Lexend Tera"/>
              </a:defRPr>
            </a:lvl2pPr>
            <a:lvl3pPr lvl="2" rtl="0">
              <a:lnSpc>
                <a:spcPct val="100000"/>
              </a:lnSpc>
              <a:spcBef>
                <a:spcPts val="0"/>
              </a:spcBef>
              <a:spcAft>
                <a:spcPts val="0"/>
              </a:spcAft>
              <a:buSzPts val="2000"/>
              <a:buFont typeface="Lexend Tera"/>
              <a:buNone/>
              <a:defRPr sz="2000">
                <a:latin typeface="Lexend Tera"/>
                <a:ea typeface="Lexend Tera"/>
                <a:cs typeface="Lexend Tera"/>
                <a:sym typeface="Lexend Tera"/>
              </a:defRPr>
            </a:lvl3pPr>
            <a:lvl4pPr lvl="3" rtl="0">
              <a:lnSpc>
                <a:spcPct val="100000"/>
              </a:lnSpc>
              <a:spcBef>
                <a:spcPts val="0"/>
              </a:spcBef>
              <a:spcAft>
                <a:spcPts val="0"/>
              </a:spcAft>
              <a:buSzPts val="2000"/>
              <a:buFont typeface="Lexend Tera"/>
              <a:buNone/>
              <a:defRPr sz="2000">
                <a:latin typeface="Lexend Tera"/>
                <a:ea typeface="Lexend Tera"/>
                <a:cs typeface="Lexend Tera"/>
                <a:sym typeface="Lexend Tera"/>
              </a:defRPr>
            </a:lvl4pPr>
            <a:lvl5pPr lvl="4" rtl="0">
              <a:lnSpc>
                <a:spcPct val="100000"/>
              </a:lnSpc>
              <a:spcBef>
                <a:spcPts val="0"/>
              </a:spcBef>
              <a:spcAft>
                <a:spcPts val="0"/>
              </a:spcAft>
              <a:buSzPts val="2000"/>
              <a:buFont typeface="Lexend Tera"/>
              <a:buNone/>
              <a:defRPr sz="2000">
                <a:latin typeface="Lexend Tera"/>
                <a:ea typeface="Lexend Tera"/>
                <a:cs typeface="Lexend Tera"/>
                <a:sym typeface="Lexend Tera"/>
              </a:defRPr>
            </a:lvl5pPr>
            <a:lvl6pPr lvl="5" rtl="0">
              <a:lnSpc>
                <a:spcPct val="100000"/>
              </a:lnSpc>
              <a:spcBef>
                <a:spcPts val="0"/>
              </a:spcBef>
              <a:spcAft>
                <a:spcPts val="0"/>
              </a:spcAft>
              <a:buSzPts val="2000"/>
              <a:buFont typeface="Lexend Tera"/>
              <a:buNone/>
              <a:defRPr sz="2000">
                <a:latin typeface="Lexend Tera"/>
                <a:ea typeface="Lexend Tera"/>
                <a:cs typeface="Lexend Tera"/>
                <a:sym typeface="Lexend Tera"/>
              </a:defRPr>
            </a:lvl6pPr>
            <a:lvl7pPr lvl="6" rtl="0">
              <a:lnSpc>
                <a:spcPct val="100000"/>
              </a:lnSpc>
              <a:spcBef>
                <a:spcPts val="0"/>
              </a:spcBef>
              <a:spcAft>
                <a:spcPts val="0"/>
              </a:spcAft>
              <a:buSzPts val="2000"/>
              <a:buFont typeface="Lexend Tera"/>
              <a:buNone/>
              <a:defRPr sz="2000">
                <a:latin typeface="Lexend Tera"/>
                <a:ea typeface="Lexend Tera"/>
                <a:cs typeface="Lexend Tera"/>
                <a:sym typeface="Lexend Tera"/>
              </a:defRPr>
            </a:lvl7pPr>
            <a:lvl8pPr lvl="7" rtl="0">
              <a:lnSpc>
                <a:spcPct val="100000"/>
              </a:lnSpc>
              <a:spcBef>
                <a:spcPts val="0"/>
              </a:spcBef>
              <a:spcAft>
                <a:spcPts val="0"/>
              </a:spcAft>
              <a:buSzPts val="2000"/>
              <a:buFont typeface="Lexend Tera"/>
              <a:buNone/>
              <a:defRPr sz="2000">
                <a:latin typeface="Lexend Tera"/>
                <a:ea typeface="Lexend Tera"/>
                <a:cs typeface="Lexend Tera"/>
                <a:sym typeface="Lexend Tera"/>
              </a:defRPr>
            </a:lvl8pPr>
            <a:lvl9pPr lvl="8" rtl="0">
              <a:lnSpc>
                <a:spcPct val="100000"/>
              </a:lnSpc>
              <a:spcBef>
                <a:spcPts val="0"/>
              </a:spcBef>
              <a:spcAft>
                <a:spcPts val="0"/>
              </a:spcAft>
              <a:buSzPts val="2000"/>
              <a:buFont typeface="Lexend Tera"/>
              <a:buNone/>
              <a:defRPr sz="2000">
                <a:latin typeface="Lexend Tera"/>
                <a:ea typeface="Lexend Tera"/>
                <a:cs typeface="Lexend Tera"/>
                <a:sym typeface="Lexend Tera"/>
              </a:defRPr>
            </a:lvl9pPr>
          </a:lstStyle>
          <a:p>
            <a:endParaRPr/>
          </a:p>
        </p:txBody>
      </p:sp>
      <p:sp>
        <p:nvSpPr>
          <p:cNvPr id="1921" name="Google Shape;1921;p13"/>
          <p:cNvSpPr txBox="1">
            <a:spLocks noGrp="1"/>
          </p:cNvSpPr>
          <p:nvPr>
            <p:ph type="title" idx="4" hasCustomPrompt="1"/>
          </p:nvPr>
        </p:nvSpPr>
        <p:spPr>
          <a:xfrm>
            <a:off x="767063" y="1283500"/>
            <a:ext cx="685500" cy="10491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t>xx%</a:t>
            </a:r>
          </a:p>
        </p:txBody>
      </p:sp>
      <p:sp>
        <p:nvSpPr>
          <p:cNvPr id="1922" name="Google Shape;1922;p13"/>
          <p:cNvSpPr txBox="1">
            <a:spLocks noGrp="1"/>
          </p:cNvSpPr>
          <p:nvPr>
            <p:ph type="title" idx="5" hasCustomPrompt="1"/>
          </p:nvPr>
        </p:nvSpPr>
        <p:spPr>
          <a:xfrm>
            <a:off x="767063" y="3553026"/>
            <a:ext cx="685500" cy="10554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t>xx%</a:t>
            </a:r>
          </a:p>
        </p:txBody>
      </p:sp>
      <p:sp>
        <p:nvSpPr>
          <p:cNvPr id="1923" name="Google Shape;1923;p13"/>
          <p:cNvSpPr txBox="1">
            <a:spLocks noGrp="1"/>
          </p:cNvSpPr>
          <p:nvPr>
            <p:ph type="subTitle" idx="6"/>
          </p:nvPr>
        </p:nvSpPr>
        <p:spPr>
          <a:xfrm>
            <a:off x="5485837" y="1781575"/>
            <a:ext cx="28911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924" name="Google Shape;1924;p13"/>
          <p:cNvSpPr txBox="1">
            <a:spLocks noGrp="1"/>
          </p:cNvSpPr>
          <p:nvPr>
            <p:ph type="subTitle" idx="7"/>
          </p:nvPr>
        </p:nvSpPr>
        <p:spPr>
          <a:xfrm>
            <a:off x="5485837" y="4061375"/>
            <a:ext cx="28911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925" name="Google Shape;1925;p13"/>
          <p:cNvSpPr txBox="1">
            <a:spLocks noGrp="1"/>
          </p:cNvSpPr>
          <p:nvPr>
            <p:ph type="subTitle" idx="8"/>
          </p:nvPr>
        </p:nvSpPr>
        <p:spPr>
          <a:xfrm>
            <a:off x="5485837" y="1278275"/>
            <a:ext cx="2891100" cy="67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Tera"/>
              <a:buNone/>
              <a:defRPr sz="1800">
                <a:latin typeface="Lexend Tera Black"/>
                <a:ea typeface="Lexend Tera Black"/>
                <a:cs typeface="Lexend Tera Black"/>
                <a:sym typeface="Lexend Tera Black"/>
              </a:defRPr>
            </a:lvl1pPr>
            <a:lvl2pPr lvl="1" rtl="0">
              <a:lnSpc>
                <a:spcPct val="100000"/>
              </a:lnSpc>
              <a:spcBef>
                <a:spcPts val="0"/>
              </a:spcBef>
              <a:spcAft>
                <a:spcPts val="0"/>
              </a:spcAft>
              <a:buSzPts val="2000"/>
              <a:buFont typeface="Lexend Tera"/>
              <a:buNone/>
              <a:defRPr sz="2000">
                <a:latin typeface="Lexend Tera"/>
                <a:ea typeface="Lexend Tera"/>
                <a:cs typeface="Lexend Tera"/>
                <a:sym typeface="Lexend Tera"/>
              </a:defRPr>
            </a:lvl2pPr>
            <a:lvl3pPr lvl="2" rtl="0">
              <a:lnSpc>
                <a:spcPct val="100000"/>
              </a:lnSpc>
              <a:spcBef>
                <a:spcPts val="0"/>
              </a:spcBef>
              <a:spcAft>
                <a:spcPts val="0"/>
              </a:spcAft>
              <a:buSzPts val="2000"/>
              <a:buFont typeface="Lexend Tera"/>
              <a:buNone/>
              <a:defRPr sz="2000">
                <a:latin typeface="Lexend Tera"/>
                <a:ea typeface="Lexend Tera"/>
                <a:cs typeface="Lexend Tera"/>
                <a:sym typeface="Lexend Tera"/>
              </a:defRPr>
            </a:lvl3pPr>
            <a:lvl4pPr lvl="3" rtl="0">
              <a:lnSpc>
                <a:spcPct val="100000"/>
              </a:lnSpc>
              <a:spcBef>
                <a:spcPts val="0"/>
              </a:spcBef>
              <a:spcAft>
                <a:spcPts val="0"/>
              </a:spcAft>
              <a:buSzPts val="2000"/>
              <a:buFont typeface="Lexend Tera"/>
              <a:buNone/>
              <a:defRPr sz="2000">
                <a:latin typeface="Lexend Tera"/>
                <a:ea typeface="Lexend Tera"/>
                <a:cs typeface="Lexend Tera"/>
                <a:sym typeface="Lexend Tera"/>
              </a:defRPr>
            </a:lvl4pPr>
            <a:lvl5pPr lvl="4" rtl="0">
              <a:lnSpc>
                <a:spcPct val="100000"/>
              </a:lnSpc>
              <a:spcBef>
                <a:spcPts val="0"/>
              </a:spcBef>
              <a:spcAft>
                <a:spcPts val="0"/>
              </a:spcAft>
              <a:buSzPts val="2000"/>
              <a:buFont typeface="Lexend Tera"/>
              <a:buNone/>
              <a:defRPr sz="2000">
                <a:latin typeface="Lexend Tera"/>
                <a:ea typeface="Lexend Tera"/>
                <a:cs typeface="Lexend Tera"/>
                <a:sym typeface="Lexend Tera"/>
              </a:defRPr>
            </a:lvl5pPr>
            <a:lvl6pPr lvl="5" rtl="0">
              <a:lnSpc>
                <a:spcPct val="100000"/>
              </a:lnSpc>
              <a:spcBef>
                <a:spcPts val="0"/>
              </a:spcBef>
              <a:spcAft>
                <a:spcPts val="0"/>
              </a:spcAft>
              <a:buSzPts val="2000"/>
              <a:buFont typeface="Lexend Tera"/>
              <a:buNone/>
              <a:defRPr sz="2000">
                <a:latin typeface="Lexend Tera"/>
                <a:ea typeface="Lexend Tera"/>
                <a:cs typeface="Lexend Tera"/>
                <a:sym typeface="Lexend Tera"/>
              </a:defRPr>
            </a:lvl6pPr>
            <a:lvl7pPr lvl="6" rtl="0">
              <a:lnSpc>
                <a:spcPct val="100000"/>
              </a:lnSpc>
              <a:spcBef>
                <a:spcPts val="0"/>
              </a:spcBef>
              <a:spcAft>
                <a:spcPts val="0"/>
              </a:spcAft>
              <a:buSzPts val="2000"/>
              <a:buFont typeface="Lexend Tera"/>
              <a:buNone/>
              <a:defRPr sz="2000">
                <a:latin typeface="Lexend Tera"/>
                <a:ea typeface="Lexend Tera"/>
                <a:cs typeface="Lexend Tera"/>
                <a:sym typeface="Lexend Tera"/>
              </a:defRPr>
            </a:lvl7pPr>
            <a:lvl8pPr lvl="7" rtl="0">
              <a:lnSpc>
                <a:spcPct val="100000"/>
              </a:lnSpc>
              <a:spcBef>
                <a:spcPts val="0"/>
              </a:spcBef>
              <a:spcAft>
                <a:spcPts val="0"/>
              </a:spcAft>
              <a:buSzPts val="2000"/>
              <a:buFont typeface="Lexend Tera"/>
              <a:buNone/>
              <a:defRPr sz="2000">
                <a:latin typeface="Lexend Tera"/>
                <a:ea typeface="Lexend Tera"/>
                <a:cs typeface="Lexend Tera"/>
                <a:sym typeface="Lexend Tera"/>
              </a:defRPr>
            </a:lvl8pPr>
            <a:lvl9pPr lvl="8" rtl="0">
              <a:lnSpc>
                <a:spcPct val="100000"/>
              </a:lnSpc>
              <a:spcBef>
                <a:spcPts val="0"/>
              </a:spcBef>
              <a:spcAft>
                <a:spcPts val="0"/>
              </a:spcAft>
              <a:buSzPts val="2000"/>
              <a:buFont typeface="Lexend Tera"/>
              <a:buNone/>
              <a:defRPr sz="2000">
                <a:latin typeface="Lexend Tera"/>
                <a:ea typeface="Lexend Tera"/>
                <a:cs typeface="Lexend Tera"/>
                <a:sym typeface="Lexend Tera"/>
              </a:defRPr>
            </a:lvl9pPr>
          </a:lstStyle>
          <a:p>
            <a:endParaRPr/>
          </a:p>
        </p:txBody>
      </p:sp>
      <p:sp>
        <p:nvSpPr>
          <p:cNvPr id="1926" name="Google Shape;1926;p13"/>
          <p:cNvSpPr txBox="1">
            <a:spLocks noGrp="1"/>
          </p:cNvSpPr>
          <p:nvPr>
            <p:ph type="subTitle" idx="9"/>
          </p:nvPr>
        </p:nvSpPr>
        <p:spPr>
          <a:xfrm>
            <a:off x="5485837" y="3553082"/>
            <a:ext cx="2891100" cy="67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Tera"/>
              <a:buNone/>
              <a:defRPr sz="1800">
                <a:latin typeface="Lexend Tera Black"/>
                <a:ea typeface="Lexend Tera Black"/>
                <a:cs typeface="Lexend Tera Black"/>
                <a:sym typeface="Lexend Tera Black"/>
              </a:defRPr>
            </a:lvl1pPr>
            <a:lvl2pPr lvl="1" rtl="0">
              <a:lnSpc>
                <a:spcPct val="100000"/>
              </a:lnSpc>
              <a:spcBef>
                <a:spcPts val="0"/>
              </a:spcBef>
              <a:spcAft>
                <a:spcPts val="0"/>
              </a:spcAft>
              <a:buSzPts val="2000"/>
              <a:buFont typeface="Lexend Tera"/>
              <a:buNone/>
              <a:defRPr sz="2000">
                <a:latin typeface="Lexend Tera"/>
                <a:ea typeface="Lexend Tera"/>
                <a:cs typeface="Lexend Tera"/>
                <a:sym typeface="Lexend Tera"/>
              </a:defRPr>
            </a:lvl2pPr>
            <a:lvl3pPr lvl="2" rtl="0">
              <a:lnSpc>
                <a:spcPct val="100000"/>
              </a:lnSpc>
              <a:spcBef>
                <a:spcPts val="0"/>
              </a:spcBef>
              <a:spcAft>
                <a:spcPts val="0"/>
              </a:spcAft>
              <a:buSzPts val="2000"/>
              <a:buFont typeface="Lexend Tera"/>
              <a:buNone/>
              <a:defRPr sz="2000">
                <a:latin typeface="Lexend Tera"/>
                <a:ea typeface="Lexend Tera"/>
                <a:cs typeface="Lexend Tera"/>
                <a:sym typeface="Lexend Tera"/>
              </a:defRPr>
            </a:lvl3pPr>
            <a:lvl4pPr lvl="3" rtl="0">
              <a:lnSpc>
                <a:spcPct val="100000"/>
              </a:lnSpc>
              <a:spcBef>
                <a:spcPts val="0"/>
              </a:spcBef>
              <a:spcAft>
                <a:spcPts val="0"/>
              </a:spcAft>
              <a:buSzPts val="2000"/>
              <a:buFont typeface="Lexend Tera"/>
              <a:buNone/>
              <a:defRPr sz="2000">
                <a:latin typeface="Lexend Tera"/>
                <a:ea typeface="Lexend Tera"/>
                <a:cs typeface="Lexend Tera"/>
                <a:sym typeface="Lexend Tera"/>
              </a:defRPr>
            </a:lvl4pPr>
            <a:lvl5pPr lvl="4" rtl="0">
              <a:lnSpc>
                <a:spcPct val="100000"/>
              </a:lnSpc>
              <a:spcBef>
                <a:spcPts val="0"/>
              </a:spcBef>
              <a:spcAft>
                <a:spcPts val="0"/>
              </a:spcAft>
              <a:buSzPts val="2000"/>
              <a:buFont typeface="Lexend Tera"/>
              <a:buNone/>
              <a:defRPr sz="2000">
                <a:latin typeface="Lexend Tera"/>
                <a:ea typeface="Lexend Tera"/>
                <a:cs typeface="Lexend Tera"/>
                <a:sym typeface="Lexend Tera"/>
              </a:defRPr>
            </a:lvl5pPr>
            <a:lvl6pPr lvl="5" rtl="0">
              <a:lnSpc>
                <a:spcPct val="100000"/>
              </a:lnSpc>
              <a:spcBef>
                <a:spcPts val="0"/>
              </a:spcBef>
              <a:spcAft>
                <a:spcPts val="0"/>
              </a:spcAft>
              <a:buSzPts val="2000"/>
              <a:buFont typeface="Lexend Tera"/>
              <a:buNone/>
              <a:defRPr sz="2000">
                <a:latin typeface="Lexend Tera"/>
                <a:ea typeface="Lexend Tera"/>
                <a:cs typeface="Lexend Tera"/>
                <a:sym typeface="Lexend Tera"/>
              </a:defRPr>
            </a:lvl6pPr>
            <a:lvl7pPr lvl="6" rtl="0">
              <a:lnSpc>
                <a:spcPct val="100000"/>
              </a:lnSpc>
              <a:spcBef>
                <a:spcPts val="0"/>
              </a:spcBef>
              <a:spcAft>
                <a:spcPts val="0"/>
              </a:spcAft>
              <a:buSzPts val="2000"/>
              <a:buFont typeface="Lexend Tera"/>
              <a:buNone/>
              <a:defRPr sz="2000">
                <a:latin typeface="Lexend Tera"/>
                <a:ea typeface="Lexend Tera"/>
                <a:cs typeface="Lexend Tera"/>
                <a:sym typeface="Lexend Tera"/>
              </a:defRPr>
            </a:lvl7pPr>
            <a:lvl8pPr lvl="7" rtl="0">
              <a:lnSpc>
                <a:spcPct val="100000"/>
              </a:lnSpc>
              <a:spcBef>
                <a:spcPts val="0"/>
              </a:spcBef>
              <a:spcAft>
                <a:spcPts val="0"/>
              </a:spcAft>
              <a:buSzPts val="2000"/>
              <a:buFont typeface="Lexend Tera"/>
              <a:buNone/>
              <a:defRPr sz="2000">
                <a:latin typeface="Lexend Tera"/>
                <a:ea typeface="Lexend Tera"/>
                <a:cs typeface="Lexend Tera"/>
                <a:sym typeface="Lexend Tera"/>
              </a:defRPr>
            </a:lvl8pPr>
            <a:lvl9pPr lvl="8" rtl="0">
              <a:lnSpc>
                <a:spcPct val="100000"/>
              </a:lnSpc>
              <a:spcBef>
                <a:spcPts val="0"/>
              </a:spcBef>
              <a:spcAft>
                <a:spcPts val="0"/>
              </a:spcAft>
              <a:buSzPts val="2000"/>
              <a:buFont typeface="Lexend Tera"/>
              <a:buNone/>
              <a:defRPr sz="2000">
                <a:latin typeface="Lexend Tera"/>
                <a:ea typeface="Lexend Tera"/>
                <a:cs typeface="Lexend Tera"/>
                <a:sym typeface="Lexend Tera"/>
              </a:defRPr>
            </a:lvl9pPr>
          </a:lstStyle>
          <a:p>
            <a:endParaRPr/>
          </a:p>
        </p:txBody>
      </p:sp>
      <p:sp>
        <p:nvSpPr>
          <p:cNvPr id="1927" name="Google Shape;1927;p13"/>
          <p:cNvSpPr txBox="1">
            <a:spLocks noGrp="1"/>
          </p:cNvSpPr>
          <p:nvPr>
            <p:ph type="title" idx="13" hasCustomPrompt="1"/>
          </p:nvPr>
        </p:nvSpPr>
        <p:spPr>
          <a:xfrm>
            <a:off x="4648313" y="1278275"/>
            <a:ext cx="685500" cy="10506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t>xx%</a:t>
            </a:r>
          </a:p>
        </p:txBody>
      </p:sp>
      <p:sp>
        <p:nvSpPr>
          <p:cNvPr id="1928" name="Google Shape;1928;p13"/>
          <p:cNvSpPr txBox="1">
            <a:spLocks noGrp="1"/>
          </p:cNvSpPr>
          <p:nvPr>
            <p:ph type="title" idx="14" hasCustomPrompt="1"/>
          </p:nvPr>
        </p:nvSpPr>
        <p:spPr>
          <a:xfrm>
            <a:off x="4648313" y="3553075"/>
            <a:ext cx="685500" cy="10554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t>xx%</a:t>
            </a:r>
          </a:p>
        </p:txBody>
      </p:sp>
      <p:sp>
        <p:nvSpPr>
          <p:cNvPr id="1929" name="Google Shape;1929;p13"/>
          <p:cNvSpPr txBox="1">
            <a:spLocks noGrp="1"/>
          </p:cNvSpPr>
          <p:nvPr>
            <p:ph type="subTitle" idx="15"/>
          </p:nvPr>
        </p:nvSpPr>
        <p:spPr>
          <a:xfrm>
            <a:off x="1604748" y="1281201"/>
            <a:ext cx="2891400" cy="67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Tera"/>
              <a:buNone/>
              <a:defRPr sz="1800">
                <a:latin typeface="Lexend Tera Black"/>
                <a:ea typeface="Lexend Tera Black"/>
                <a:cs typeface="Lexend Tera Black"/>
                <a:sym typeface="Lexend Tera Black"/>
              </a:defRPr>
            </a:lvl1pPr>
            <a:lvl2pPr lvl="1" rtl="0">
              <a:lnSpc>
                <a:spcPct val="100000"/>
              </a:lnSpc>
              <a:spcBef>
                <a:spcPts val="0"/>
              </a:spcBef>
              <a:spcAft>
                <a:spcPts val="0"/>
              </a:spcAft>
              <a:buSzPts val="2000"/>
              <a:buFont typeface="Lexend Tera"/>
              <a:buNone/>
              <a:defRPr sz="2000">
                <a:latin typeface="Lexend Tera"/>
                <a:ea typeface="Lexend Tera"/>
                <a:cs typeface="Lexend Tera"/>
                <a:sym typeface="Lexend Tera"/>
              </a:defRPr>
            </a:lvl2pPr>
            <a:lvl3pPr lvl="2" rtl="0">
              <a:lnSpc>
                <a:spcPct val="100000"/>
              </a:lnSpc>
              <a:spcBef>
                <a:spcPts val="0"/>
              </a:spcBef>
              <a:spcAft>
                <a:spcPts val="0"/>
              </a:spcAft>
              <a:buSzPts val="2000"/>
              <a:buFont typeface="Lexend Tera"/>
              <a:buNone/>
              <a:defRPr sz="2000">
                <a:latin typeface="Lexend Tera"/>
                <a:ea typeface="Lexend Tera"/>
                <a:cs typeface="Lexend Tera"/>
                <a:sym typeface="Lexend Tera"/>
              </a:defRPr>
            </a:lvl3pPr>
            <a:lvl4pPr lvl="3" rtl="0">
              <a:lnSpc>
                <a:spcPct val="100000"/>
              </a:lnSpc>
              <a:spcBef>
                <a:spcPts val="0"/>
              </a:spcBef>
              <a:spcAft>
                <a:spcPts val="0"/>
              </a:spcAft>
              <a:buSzPts val="2000"/>
              <a:buFont typeface="Lexend Tera"/>
              <a:buNone/>
              <a:defRPr sz="2000">
                <a:latin typeface="Lexend Tera"/>
                <a:ea typeface="Lexend Tera"/>
                <a:cs typeface="Lexend Tera"/>
                <a:sym typeface="Lexend Tera"/>
              </a:defRPr>
            </a:lvl4pPr>
            <a:lvl5pPr lvl="4" rtl="0">
              <a:lnSpc>
                <a:spcPct val="100000"/>
              </a:lnSpc>
              <a:spcBef>
                <a:spcPts val="0"/>
              </a:spcBef>
              <a:spcAft>
                <a:spcPts val="0"/>
              </a:spcAft>
              <a:buSzPts val="2000"/>
              <a:buFont typeface="Lexend Tera"/>
              <a:buNone/>
              <a:defRPr sz="2000">
                <a:latin typeface="Lexend Tera"/>
                <a:ea typeface="Lexend Tera"/>
                <a:cs typeface="Lexend Tera"/>
                <a:sym typeface="Lexend Tera"/>
              </a:defRPr>
            </a:lvl5pPr>
            <a:lvl6pPr lvl="5" rtl="0">
              <a:lnSpc>
                <a:spcPct val="100000"/>
              </a:lnSpc>
              <a:spcBef>
                <a:spcPts val="0"/>
              </a:spcBef>
              <a:spcAft>
                <a:spcPts val="0"/>
              </a:spcAft>
              <a:buSzPts val="2000"/>
              <a:buFont typeface="Lexend Tera"/>
              <a:buNone/>
              <a:defRPr sz="2000">
                <a:latin typeface="Lexend Tera"/>
                <a:ea typeface="Lexend Tera"/>
                <a:cs typeface="Lexend Tera"/>
                <a:sym typeface="Lexend Tera"/>
              </a:defRPr>
            </a:lvl6pPr>
            <a:lvl7pPr lvl="6" rtl="0">
              <a:lnSpc>
                <a:spcPct val="100000"/>
              </a:lnSpc>
              <a:spcBef>
                <a:spcPts val="0"/>
              </a:spcBef>
              <a:spcAft>
                <a:spcPts val="0"/>
              </a:spcAft>
              <a:buSzPts val="2000"/>
              <a:buFont typeface="Lexend Tera"/>
              <a:buNone/>
              <a:defRPr sz="2000">
                <a:latin typeface="Lexend Tera"/>
                <a:ea typeface="Lexend Tera"/>
                <a:cs typeface="Lexend Tera"/>
                <a:sym typeface="Lexend Tera"/>
              </a:defRPr>
            </a:lvl7pPr>
            <a:lvl8pPr lvl="7" rtl="0">
              <a:lnSpc>
                <a:spcPct val="100000"/>
              </a:lnSpc>
              <a:spcBef>
                <a:spcPts val="0"/>
              </a:spcBef>
              <a:spcAft>
                <a:spcPts val="0"/>
              </a:spcAft>
              <a:buSzPts val="2000"/>
              <a:buFont typeface="Lexend Tera"/>
              <a:buNone/>
              <a:defRPr sz="2000">
                <a:latin typeface="Lexend Tera"/>
                <a:ea typeface="Lexend Tera"/>
                <a:cs typeface="Lexend Tera"/>
                <a:sym typeface="Lexend Tera"/>
              </a:defRPr>
            </a:lvl8pPr>
            <a:lvl9pPr lvl="8" rtl="0">
              <a:lnSpc>
                <a:spcPct val="100000"/>
              </a:lnSpc>
              <a:spcBef>
                <a:spcPts val="0"/>
              </a:spcBef>
              <a:spcAft>
                <a:spcPts val="0"/>
              </a:spcAft>
              <a:buSzPts val="2000"/>
              <a:buFont typeface="Lexend Tera"/>
              <a:buNone/>
              <a:defRPr sz="2000">
                <a:latin typeface="Lexend Tera"/>
                <a:ea typeface="Lexend Tera"/>
                <a:cs typeface="Lexend Tera"/>
                <a:sym typeface="Lexend Tera"/>
              </a:defRPr>
            </a:lvl9pPr>
          </a:lstStyle>
          <a:p>
            <a:endParaRPr/>
          </a:p>
        </p:txBody>
      </p:sp>
      <p:sp>
        <p:nvSpPr>
          <p:cNvPr id="1930" name="Google Shape;1930;p13"/>
          <p:cNvSpPr txBox="1">
            <a:spLocks noGrp="1"/>
          </p:cNvSpPr>
          <p:nvPr>
            <p:ph type="subTitle" idx="16"/>
          </p:nvPr>
        </p:nvSpPr>
        <p:spPr>
          <a:xfrm>
            <a:off x="1604748" y="2921438"/>
            <a:ext cx="28914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931" name="Google Shape;1931;p13"/>
          <p:cNvSpPr txBox="1">
            <a:spLocks noGrp="1"/>
          </p:cNvSpPr>
          <p:nvPr>
            <p:ph type="subTitle" idx="17"/>
          </p:nvPr>
        </p:nvSpPr>
        <p:spPr>
          <a:xfrm>
            <a:off x="1604748" y="2416348"/>
            <a:ext cx="2891400" cy="67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Tera"/>
              <a:buNone/>
              <a:defRPr sz="1800">
                <a:latin typeface="Lexend Tera Black"/>
                <a:ea typeface="Lexend Tera Black"/>
                <a:cs typeface="Lexend Tera Black"/>
                <a:sym typeface="Lexend Tera Black"/>
              </a:defRPr>
            </a:lvl1pPr>
            <a:lvl2pPr lvl="1" rtl="0">
              <a:lnSpc>
                <a:spcPct val="100000"/>
              </a:lnSpc>
              <a:spcBef>
                <a:spcPts val="0"/>
              </a:spcBef>
              <a:spcAft>
                <a:spcPts val="0"/>
              </a:spcAft>
              <a:buSzPts val="2000"/>
              <a:buFont typeface="Lexend Tera"/>
              <a:buNone/>
              <a:defRPr sz="2000">
                <a:latin typeface="Lexend Tera"/>
                <a:ea typeface="Lexend Tera"/>
                <a:cs typeface="Lexend Tera"/>
                <a:sym typeface="Lexend Tera"/>
              </a:defRPr>
            </a:lvl2pPr>
            <a:lvl3pPr lvl="2" rtl="0">
              <a:lnSpc>
                <a:spcPct val="100000"/>
              </a:lnSpc>
              <a:spcBef>
                <a:spcPts val="0"/>
              </a:spcBef>
              <a:spcAft>
                <a:spcPts val="0"/>
              </a:spcAft>
              <a:buSzPts val="2000"/>
              <a:buFont typeface="Lexend Tera"/>
              <a:buNone/>
              <a:defRPr sz="2000">
                <a:latin typeface="Lexend Tera"/>
                <a:ea typeface="Lexend Tera"/>
                <a:cs typeface="Lexend Tera"/>
                <a:sym typeface="Lexend Tera"/>
              </a:defRPr>
            </a:lvl3pPr>
            <a:lvl4pPr lvl="3" rtl="0">
              <a:lnSpc>
                <a:spcPct val="100000"/>
              </a:lnSpc>
              <a:spcBef>
                <a:spcPts val="0"/>
              </a:spcBef>
              <a:spcAft>
                <a:spcPts val="0"/>
              </a:spcAft>
              <a:buSzPts val="2000"/>
              <a:buFont typeface="Lexend Tera"/>
              <a:buNone/>
              <a:defRPr sz="2000">
                <a:latin typeface="Lexend Tera"/>
                <a:ea typeface="Lexend Tera"/>
                <a:cs typeface="Lexend Tera"/>
                <a:sym typeface="Lexend Tera"/>
              </a:defRPr>
            </a:lvl4pPr>
            <a:lvl5pPr lvl="4" rtl="0">
              <a:lnSpc>
                <a:spcPct val="100000"/>
              </a:lnSpc>
              <a:spcBef>
                <a:spcPts val="0"/>
              </a:spcBef>
              <a:spcAft>
                <a:spcPts val="0"/>
              </a:spcAft>
              <a:buSzPts val="2000"/>
              <a:buFont typeface="Lexend Tera"/>
              <a:buNone/>
              <a:defRPr sz="2000">
                <a:latin typeface="Lexend Tera"/>
                <a:ea typeface="Lexend Tera"/>
                <a:cs typeface="Lexend Tera"/>
                <a:sym typeface="Lexend Tera"/>
              </a:defRPr>
            </a:lvl5pPr>
            <a:lvl6pPr lvl="5" rtl="0">
              <a:lnSpc>
                <a:spcPct val="100000"/>
              </a:lnSpc>
              <a:spcBef>
                <a:spcPts val="0"/>
              </a:spcBef>
              <a:spcAft>
                <a:spcPts val="0"/>
              </a:spcAft>
              <a:buSzPts val="2000"/>
              <a:buFont typeface="Lexend Tera"/>
              <a:buNone/>
              <a:defRPr sz="2000">
                <a:latin typeface="Lexend Tera"/>
                <a:ea typeface="Lexend Tera"/>
                <a:cs typeface="Lexend Tera"/>
                <a:sym typeface="Lexend Tera"/>
              </a:defRPr>
            </a:lvl6pPr>
            <a:lvl7pPr lvl="6" rtl="0">
              <a:lnSpc>
                <a:spcPct val="100000"/>
              </a:lnSpc>
              <a:spcBef>
                <a:spcPts val="0"/>
              </a:spcBef>
              <a:spcAft>
                <a:spcPts val="0"/>
              </a:spcAft>
              <a:buSzPts val="2000"/>
              <a:buFont typeface="Lexend Tera"/>
              <a:buNone/>
              <a:defRPr sz="2000">
                <a:latin typeface="Lexend Tera"/>
                <a:ea typeface="Lexend Tera"/>
                <a:cs typeface="Lexend Tera"/>
                <a:sym typeface="Lexend Tera"/>
              </a:defRPr>
            </a:lvl7pPr>
            <a:lvl8pPr lvl="7" rtl="0">
              <a:lnSpc>
                <a:spcPct val="100000"/>
              </a:lnSpc>
              <a:spcBef>
                <a:spcPts val="0"/>
              </a:spcBef>
              <a:spcAft>
                <a:spcPts val="0"/>
              </a:spcAft>
              <a:buSzPts val="2000"/>
              <a:buFont typeface="Lexend Tera"/>
              <a:buNone/>
              <a:defRPr sz="2000">
                <a:latin typeface="Lexend Tera"/>
                <a:ea typeface="Lexend Tera"/>
                <a:cs typeface="Lexend Tera"/>
                <a:sym typeface="Lexend Tera"/>
              </a:defRPr>
            </a:lvl8pPr>
            <a:lvl9pPr lvl="8" rtl="0">
              <a:lnSpc>
                <a:spcPct val="100000"/>
              </a:lnSpc>
              <a:spcBef>
                <a:spcPts val="0"/>
              </a:spcBef>
              <a:spcAft>
                <a:spcPts val="0"/>
              </a:spcAft>
              <a:buSzPts val="2000"/>
              <a:buFont typeface="Lexend Tera"/>
              <a:buNone/>
              <a:defRPr sz="2000">
                <a:latin typeface="Lexend Tera"/>
                <a:ea typeface="Lexend Tera"/>
                <a:cs typeface="Lexend Tera"/>
                <a:sym typeface="Lexend Tera"/>
              </a:defRPr>
            </a:lvl9pPr>
          </a:lstStyle>
          <a:p>
            <a:endParaRPr/>
          </a:p>
        </p:txBody>
      </p:sp>
      <p:sp>
        <p:nvSpPr>
          <p:cNvPr id="1932" name="Google Shape;1932;p13"/>
          <p:cNvSpPr txBox="1">
            <a:spLocks noGrp="1"/>
          </p:cNvSpPr>
          <p:nvPr>
            <p:ph type="title" idx="18" hasCustomPrompt="1"/>
          </p:nvPr>
        </p:nvSpPr>
        <p:spPr>
          <a:xfrm>
            <a:off x="767063" y="2418631"/>
            <a:ext cx="685500" cy="10491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t>xx%</a:t>
            </a:r>
          </a:p>
        </p:txBody>
      </p:sp>
      <p:sp>
        <p:nvSpPr>
          <p:cNvPr id="1933" name="Google Shape;1933;p13"/>
          <p:cNvSpPr txBox="1">
            <a:spLocks noGrp="1"/>
          </p:cNvSpPr>
          <p:nvPr>
            <p:ph type="subTitle" idx="19"/>
          </p:nvPr>
        </p:nvSpPr>
        <p:spPr>
          <a:xfrm>
            <a:off x="5485837" y="2920574"/>
            <a:ext cx="2891100" cy="54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934" name="Google Shape;1934;p13"/>
          <p:cNvSpPr txBox="1">
            <a:spLocks noGrp="1"/>
          </p:cNvSpPr>
          <p:nvPr>
            <p:ph type="subTitle" idx="20"/>
          </p:nvPr>
        </p:nvSpPr>
        <p:spPr>
          <a:xfrm>
            <a:off x="5485837" y="2418629"/>
            <a:ext cx="2891100" cy="67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Lexend Tera"/>
              <a:buNone/>
              <a:defRPr sz="1800">
                <a:latin typeface="Lexend Tera Black"/>
                <a:ea typeface="Lexend Tera Black"/>
                <a:cs typeface="Lexend Tera Black"/>
                <a:sym typeface="Lexend Tera Black"/>
              </a:defRPr>
            </a:lvl1pPr>
            <a:lvl2pPr lvl="1" rtl="0">
              <a:lnSpc>
                <a:spcPct val="100000"/>
              </a:lnSpc>
              <a:spcBef>
                <a:spcPts val="0"/>
              </a:spcBef>
              <a:spcAft>
                <a:spcPts val="0"/>
              </a:spcAft>
              <a:buSzPts val="2000"/>
              <a:buFont typeface="Lexend Tera"/>
              <a:buNone/>
              <a:defRPr sz="2000">
                <a:latin typeface="Lexend Tera"/>
                <a:ea typeface="Lexend Tera"/>
                <a:cs typeface="Lexend Tera"/>
                <a:sym typeface="Lexend Tera"/>
              </a:defRPr>
            </a:lvl2pPr>
            <a:lvl3pPr lvl="2" rtl="0">
              <a:lnSpc>
                <a:spcPct val="100000"/>
              </a:lnSpc>
              <a:spcBef>
                <a:spcPts val="0"/>
              </a:spcBef>
              <a:spcAft>
                <a:spcPts val="0"/>
              </a:spcAft>
              <a:buSzPts val="2000"/>
              <a:buFont typeface="Lexend Tera"/>
              <a:buNone/>
              <a:defRPr sz="2000">
                <a:latin typeface="Lexend Tera"/>
                <a:ea typeface="Lexend Tera"/>
                <a:cs typeface="Lexend Tera"/>
                <a:sym typeface="Lexend Tera"/>
              </a:defRPr>
            </a:lvl3pPr>
            <a:lvl4pPr lvl="3" rtl="0">
              <a:lnSpc>
                <a:spcPct val="100000"/>
              </a:lnSpc>
              <a:spcBef>
                <a:spcPts val="0"/>
              </a:spcBef>
              <a:spcAft>
                <a:spcPts val="0"/>
              </a:spcAft>
              <a:buSzPts val="2000"/>
              <a:buFont typeface="Lexend Tera"/>
              <a:buNone/>
              <a:defRPr sz="2000">
                <a:latin typeface="Lexend Tera"/>
                <a:ea typeface="Lexend Tera"/>
                <a:cs typeface="Lexend Tera"/>
                <a:sym typeface="Lexend Tera"/>
              </a:defRPr>
            </a:lvl4pPr>
            <a:lvl5pPr lvl="4" rtl="0">
              <a:lnSpc>
                <a:spcPct val="100000"/>
              </a:lnSpc>
              <a:spcBef>
                <a:spcPts val="0"/>
              </a:spcBef>
              <a:spcAft>
                <a:spcPts val="0"/>
              </a:spcAft>
              <a:buSzPts val="2000"/>
              <a:buFont typeface="Lexend Tera"/>
              <a:buNone/>
              <a:defRPr sz="2000">
                <a:latin typeface="Lexend Tera"/>
                <a:ea typeface="Lexend Tera"/>
                <a:cs typeface="Lexend Tera"/>
                <a:sym typeface="Lexend Tera"/>
              </a:defRPr>
            </a:lvl5pPr>
            <a:lvl6pPr lvl="5" rtl="0">
              <a:lnSpc>
                <a:spcPct val="100000"/>
              </a:lnSpc>
              <a:spcBef>
                <a:spcPts val="0"/>
              </a:spcBef>
              <a:spcAft>
                <a:spcPts val="0"/>
              </a:spcAft>
              <a:buSzPts val="2000"/>
              <a:buFont typeface="Lexend Tera"/>
              <a:buNone/>
              <a:defRPr sz="2000">
                <a:latin typeface="Lexend Tera"/>
                <a:ea typeface="Lexend Tera"/>
                <a:cs typeface="Lexend Tera"/>
                <a:sym typeface="Lexend Tera"/>
              </a:defRPr>
            </a:lvl6pPr>
            <a:lvl7pPr lvl="6" rtl="0">
              <a:lnSpc>
                <a:spcPct val="100000"/>
              </a:lnSpc>
              <a:spcBef>
                <a:spcPts val="0"/>
              </a:spcBef>
              <a:spcAft>
                <a:spcPts val="0"/>
              </a:spcAft>
              <a:buSzPts val="2000"/>
              <a:buFont typeface="Lexend Tera"/>
              <a:buNone/>
              <a:defRPr sz="2000">
                <a:latin typeface="Lexend Tera"/>
                <a:ea typeface="Lexend Tera"/>
                <a:cs typeface="Lexend Tera"/>
                <a:sym typeface="Lexend Tera"/>
              </a:defRPr>
            </a:lvl7pPr>
            <a:lvl8pPr lvl="7" rtl="0">
              <a:lnSpc>
                <a:spcPct val="100000"/>
              </a:lnSpc>
              <a:spcBef>
                <a:spcPts val="0"/>
              </a:spcBef>
              <a:spcAft>
                <a:spcPts val="0"/>
              </a:spcAft>
              <a:buSzPts val="2000"/>
              <a:buFont typeface="Lexend Tera"/>
              <a:buNone/>
              <a:defRPr sz="2000">
                <a:latin typeface="Lexend Tera"/>
                <a:ea typeface="Lexend Tera"/>
                <a:cs typeface="Lexend Tera"/>
                <a:sym typeface="Lexend Tera"/>
              </a:defRPr>
            </a:lvl8pPr>
            <a:lvl9pPr lvl="8" rtl="0">
              <a:lnSpc>
                <a:spcPct val="100000"/>
              </a:lnSpc>
              <a:spcBef>
                <a:spcPts val="0"/>
              </a:spcBef>
              <a:spcAft>
                <a:spcPts val="0"/>
              </a:spcAft>
              <a:buSzPts val="2000"/>
              <a:buFont typeface="Lexend Tera"/>
              <a:buNone/>
              <a:defRPr sz="2000">
                <a:latin typeface="Lexend Tera"/>
                <a:ea typeface="Lexend Tera"/>
                <a:cs typeface="Lexend Tera"/>
                <a:sym typeface="Lexend Tera"/>
              </a:defRPr>
            </a:lvl9pPr>
          </a:lstStyle>
          <a:p>
            <a:endParaRPr/>
          </a:p>
        </p:txBody>
      </p:sp>
      <p:sp>
        <p:nvSpPr>
          <p:cNvPr id="1935" name="Google Shape;1935;p13"/>
          <p:cNvSpPr txBox="1">
            <a:spLocks noGrp="1"/>
          </p:cNvSpPr>
          <p:nvPr>
            <p:ph type="title" idx="21" hasCustomPrompt="1"/>
          </p:nvPr>
        </p:nvSpPr>
        <p:spPr>
          <a:xfrm>
            <a:off x="4648313" y="2418625"/>
            <a:ext cx="685500" cy="1049100"/>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5">
    <p:spTree>
      <p:nvGrpSpPr>
        <p:cNvPr id="1" name="Shape 3630"/>
        <p:cNvGrpSpPr/>
        <p:nvPr/>
      </p:nvGrpSpPr>
      <p:grpSpPr>
        <a:xfrm>
          <a:off x="0" y="0"/>
          <a:ext cx="0" cy="0"/>
          <a:chOff x="0" y="0"/>
          <a:chExt cx="0" cy="0"/>
        </a:xfrm>
      </p:grpSpPr>
      <p:grpSp>
        <p:nvGrpSpPr>
          <p:cNvPr id="3631" name="Google Shape;3631;p21"/>
          <p:cNvGrpSpPr/>
          <p:nvPr/>
        </p:nvGrpSpPr>
        <p:grpSpPr>
          <a:xfrm>
            <a:off x="-250" y="-6065"/>
            <a:ext cx="9144500" cy="5155630"/>
            <a:chOff x="0" y="-6016"/>
            <a:chExt cx="9144500" cy="5155630"/>
          </a:xfrm>
        </p:grpSpPr>
        <p:cxnSp>
          <p:nvCxnSpPr>
            <p:cNvPr id="3632" name="Google Shape;3632;p21"/>
            <p:cNvCxnSpPr/>
            <p:nvPr/>
          </p:nvCxnSpPr>
          <p:spPr>
            <a:xfrm>
              <a:off x="0" y="4179829"/>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33" name="Google Shape;3633;p21"/>
            <p:cNvCxnSpPr/>
            <p:nvPr/>
          </p:nvCxnSpPr>
          <p:spPr>
            <a:xfrm>
              <a:off x="0" y="3107776"/>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34" name="Google Shape;3634;p21"/>
            <p:cNvCxnSpPr/>
            <p:nvPr/>
          </p:nvCxnSpPr>
          <p:spPr>
            <a:xfrm>
              <a:off x="0" y="2035724"/>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35" name="Google Shape;3635;p21"/>
            <p:cNvCxnSpPr/>
            <p:nvPr/>
          </p:nvCxnSpPr>
          <p:spPr>
            <a:xfrm>
              <a:off x="0" y="963671"/>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36" name="Google Shape;3636;p21"/>
            <p:cNvCxnSpPr/>
            <p:nvPr/>
          </p:nvCxnSpPr>
          <p:spPr>
            <a:xfrm>
              <a:off x="0" y="4823067"/>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37" name="Google Shape;3637;p21"/>
            <p:cNvCxnSpPr/>
            <p:nvPr/>
          </p:nvCxnSpPr>
          <p:spPr>
            <a:xfrm>
              <a:off x="0" y="4930272"/>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38" name="Google Shape;3638;p21"/>
            <p:cNvCxnSpPr/>
            <p:nvPr/>
          </p:nvCxnSpPr>
          <p:spPr>
            <a:xfrm>
              <a:off x="0" y="5037478"/>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39" name="Google Shape;3639;p21"/>
            <p:cNvCxnSpPr/>
            <p:nvPr/>
          </p:nvCxnSpPr>
          <p:spPr>
            <a:xfrm>
              <a:off x="0" y="5144683"/>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40" name="Google Shape;3640;p21"/>
            <p:cNvCxnSpPr/>
            <p:nvPr/>
          </p:nvCxnSpPr>
          <p:spPr>
            <a:xfrm>
              <a:off x="0" y="4715861"/>
              <a:ext cx="9144000" cy="0"/>
            </a:xfrm>
            <a:prstGeom prst="straightConnector1">
              <a:avLst/>
            </a:prstGeom>
            <a:noFill/>
            <a:ln w="19050" cap="flat" cmpd="sng">
              <a:solidFill>
                <a:schemeClr val="dk2"/>
              </a:solidFill>
              <a:prstDash val="solid"/>
              <a:round/>
              <a:headEnd type="none" w="med" len="med"/>
              <a:tailEnd type="none" w="med" len="med"/>
            </a:ln>
          </p:spPr>
        </p:cxnSp>
        <p:cxnSp>
          <p:nvCxnSpPr>
            <p:cNvPr id="3641" name="Google Shape;3641;p21"/>
            <p:cNvCxnSpPr/>
            <p:nvPr/>
          </p:nvCxnSpPr>
          <p:spPr>
            <a:xfrm>
              <a:off x="0" y="42870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2" name="Google Shape;3642;p21"/>
            <p:cNvCxnSpPr/>
            <p:nvPr/>
          </p:nvCxnSpPr>
          <p:spPr>
            <a:xfrm>
              <a:off x="0" y="43942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3" name="Google Shape;3643;p21"/>
            <p:cNvCxnSpPr/>
            <p:nvPr/>
          </p:nvCxnSpPr>
          <p:spPr>
            <a:xfrm>
              <a:off x="0" y="45014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4" name="Google Shape;3644;p21"/>
            <p:cNvCxnSpPr/>
            <p:nvPr/>
          </p:nvCxnSpPr>
          <p:spPr>
            <a:xfrm>
              <a:off x="0" y="46086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5" name="Google Shape;3645;p21"/>
            <p:cNvCxnSpPr/>
            <p:nvPr/>
          </p:nvCxnSpPr>
          <p:spPr>
            <a:xfrm>
              <a:off x="0" y="37510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6" name="Google Shape;3646;p21"/>
            <p:cNvCxnSpPr/>
            <p:nvPr/>
          </p:nvCxnSpPr>
          <p:spPr>
            <a:xfrm>
              <a:off x="0" y="38582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7" name="Google Shape;3647;p21"/>
            <p:cNvCxnSpPr/>
            <p:nvPr/>
          </p:nvCxnSpPr>
          <p:spPr>
            <a:xfrm>
              <a:off x="0" y="39654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8" name="Google Shape;3648;p21"/>
            <p:cNvCxnSpPr/>
            <p:nvPr/>
          </p:nvCxnSpPr>
          <p:spPr>
            <a:xfrm>
              <a:off x="0" y="407262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49" name="Google Shape;3649;p21"/>
            <p:cNvCxnSpPr/>
            <p:nvPr/>
          </p:nvCxnSpPr>
          <p:spPr>
            <a:xfrm>
              <a:off x="0" y="3643803"/>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50" name="Google Shape;3650;p21"/>
            <p:cNvCxnSpPr/>
            <p:nvPr/>
          </p:nvCxnSpPr>
          <p:spPr>
            <a:xfrm>
              <a:off x="0" y="32149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1" name="Google Shape;3651;p21"/>
            <p:cNvCxnSpPr/>
            <p:nvPr/>
          </p:nvCxnSpPr>
          <p:spPr>
            <a:xfrm>
              <a:off x="0" y="33221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2" name="Google Shape;3652;p21"/>
            <p:cNvCxnSpPr/>
            <p:nvPr/>
          </p:nvCxnSpPr>
          <p:spPr>
            <a:xfrm>
              <a:off x="0" y="34293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3" name="Google Shape;3653;p21"/>
            <p:cNvCxnSpPr/>
            <p:nvPr/>
          </p:nvCxnSpPr>
          <p:spPr>
            <a:xfrm>
              <a:off x="0" y="353659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4" name="Google Shape;3654;p21"/>
            <p:cNvCxnSpPr/>
            <p:nvPr/>
          </p:nvCxnSpPr>
          <p:spPr>
            <a:xfrm>
              <a:off x="0" y="26789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5" name="Google Shape;3655;p21"/>
            <p:cNvCxnSpPr/>
            <p:nvPr/>
          </p:nvCxnSpPr>
          <p:spPr>
            <a:xfrm>
              <a:off x="0" y="27861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6" name="Google Shape;3656;p21"/>
            <p:cNvCxnSpPr/>
            <p:nvPr/>
          </p:nvCxnSpPr>
          <p:spPr>
            <a:xfrm>
              <a:off x="0" y="28933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7" name="Google Shape;3657;p21"/>
            <p:cNvCxnSpPr/>
            <p:nvPr/>
          </p:nvCxnSpPr>
          <p:spPr>
            <a:xfrm>
              <a:off x="0" y="300057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58" name="Google Shape;3658;p21"/>
            <p:cNvCxnSpPr/>
            <p:nvPr/>
          </p:nvCxnSpPr>
          <p:spPr>
            <a:xfrm>
              <a:off x="0" y="2571750"/>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59" name="Google Shape;3659;p21"/>
            <p:cNvCxnSpPr/>
            <p:nvPr/>
          </p:nvCxnSpPr>
          <p:spPr>
            <a:xfrm>
              <a:off x="0" y="214292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0" name="Google Shape;3660;p21"/>
            <p:cNvCxnSpPr/>
            <p:nvPr/>
          </p:nvCxnSpPr>
          <p:spPr>
            <a:xfrm>
              <a:off x="0" y="22501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1" name="Google Shape;3661;p21"/>
            <p:cNvCxnSpPr/>
            <p:nvPr/>
          </p:nvCxnSpPr>
          <p:spPr>
            <a:xfrm>
              <a:off x="0" y="23573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2" name="Google Shape;3662;p21"/>
            <p:cNvCxnSpPr/>
            <p:nvPr/>
          </p:nvCxnSpPr>
          <p:spPr>
            <a:xfrm>
              <a:off x="0" y="24645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3" name="Google Shape;3663;p21"/>
            <p:cNvCxnSpPr/>
            <p:nvPr/>
          </p:nvCxnSpPr>
          <p:spPr>
            <a:xfrm>
              <a:off x="0" y="160690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4" name="Google Shape;3664;p21"/>
            <p:cNvCxnSpPr/>
            <p:nvPr/>
          </p:nvCxnSpPr>
          <p:spPr>
            <a:xfrm>
              <a:off x="0" y="17141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5" name="Google Shape;3665;p21"/>
            <p:cNvCxnSpPr/>
            <p:nvPr/>
          </p:nvCxnSpPr>
          <p:spPr>
            <a:xfrm>
              <a:off x="0" y="18213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6" name="Google Shape;3666;p21"/>
            <p:cNvCxnSpPr/>
            <p:nvPr/>
          </p:nvCxnSpPr>
          <p:spPr>
            <a:xfrm>
              <a:off x="0" y="19285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7" name="Google Shape;3667;p21"/>
            <p:cNvCxnSpPr/>
            <p:nvPr/>
          </p:nvCxnSpPr>
          <p:spPr>
            <a:xfrm>
              <a:off x="0" y="1499697"/>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668" name="Google Shape;3668;p21"/>
            <p:cNvCxnSpPr/>
            <p:nvPr/>
          </p:nvCxnSpPr>
          <p:spPr>
            <a:xfrm>
              <a:off x="0" y="107087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69" name="Google Shape;3669;p21"/>
            <p:cNvCxnSpPr/>
            <p:nvPr/>
          </p:nvCxnSpPr>
          <p:spPr>
            <a:xfrm>
              <a:off x="0" y="11780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0" name="Google Shape;3670;p21"/>
            <p:cNvCxnSpPr/>
            <p:nvPr/>
          </p:nvCxnSpPr>
          <p:spPr>
            <a:xfrm>
              <a:off x="0" y="12852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1" name="Google Shape;3671;p21"/>
            <p:cNvCxnSpPr/>
            <p:nvPr/>
          </p:nvCxnSpPr>
          <p:spPr>
            <a:xfrm>
              <a:off x="0" y="13924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2" name="Google Shape;3672;p21"/>
            <p:cNvCxnSpPr/>
            <p:nvPr/>
          </p:nvCxnSpPr>
          <p:spPr>
            <a:xfrm>
              <a:off x="0" y="5348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3" name="Google Shape;3673;p21"/>
            <p:cNvCxnSpPr/>
            <p:nvPr/>
          </p:nvCxnSpPr>
          <p:spPr>
            <a:xfrm>
              <a:off x="0" y="6420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4" name="Google Shape;3674;p21"/>
            <p:cNvCxnSpPr/>
            <p:nvPr/>
          </p:nvCxnSpPr>
          <p:spPr>
            <a:xfrm>
              <a:off x="0" y="7492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5" name="Google Shape;3675;p21"/>
            <p:cNvCxnSpPr/>
            <p:nvPr/>
          </p:nvCxnSpPr>
          <p:spPr>
            <a:xfrm>
              <a:off x="0" y="8564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676" name="Google Shape;3676;p21"/>
            <p:cNvCxnSpPr/>
            <p:nvPr/>
          </p:nvCxnSpPr>
          <p:spPr>
            <a:xfrm>
              <a:off x="0" y="427637"/>
              <a:ext cx="9144000" cy="0"/>
            </a:xfrm>
            <a:prstGeom prst="straightConnector1">
              <a:avLst/>
            </a:prstGeom>
            <a:noFill/>
            <a:ln w="19050" cap="flat" cmpd="sng">
              <a:solidFill>
                <a:schemeClr val="dk2"/>
              </a:solidFill>
              <a:prstDash val="solid"/>
              <a:round/>
              <a:headEnd type="none" w="med" len="med"/>
              <a:tailEnd type="none" w="med" len="med"/>
            </a:ln>
          </p:spPr>
        </p:cxnSp>
        <p:cxnSp>
          <p:nvCxnSpPr>
            <p:cNvPr id="3677" name="Google Shape;3677;p21"/>
            <p:cNvCxnSpPr/>
            <p:nvPr/>
          </p:nvCxnSpPr>
          <p:spPr>
            <a:xfrm>
              <a:off x="0" y="-1185"/>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78" name="Google Shape;3678;p21"/>
            <p:cNvCxnSpPr/>
            <p:nvPr/>
          </p:nvCxnSpPr>
          <p:spPr>
            <a:xfrm>
              <a:off x="0" y="106020"/>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79" name="Google Shape;3679;p21"/>
            <p:cNvCxnSpPr/>
            <p:nvPr/>
          </p:nvCxnSpPr>
          <p:spPr>
            <a:xfrm>
              <a:off x="0" y="213226"/>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80" name="Google Shape;3680;p21"/>
            <p:cNvCxnSpPr/>
            <p:nvPr/>
          </p:nvCxnSpPr>
          <p:spPr>
            <a:xfrm>
              <a:off x="0" y="320432"/>
              <a:ext cx="9144000" cy="0"/>
            </a:xfrm>
            <a:prstGeom prst="straightConnector1">
              <a:avLst/>
            </a:prstGeom>
            <a:noFill/>
            <a:ln w="9525" cap="flat" cmpd="sng">
              <a:solidFill>
                <a:schemeClr val="dk2"/>
              </a:solidFill>
              <a:prstDash val="solid"/>
              <a:round/>
              <a:headEnd type="none" w="med" len="med"/>
              <a:tailEnd type="none" w="med" len="med"/>
            </a:ln>
          </p:spPr>
        </p:cxnSp>
        <p:cxnSp>
          <p:nvCxnSpPr>
            <p:cNvPr id="3681" name="Google Shape;3681;p21"/>
            <p:cNvCxnSpPr/>
            <p:nvPr/>
          </p:nvCxnSpPr>
          <p:spPr>
            <a:xfrm>
              <a:off x="108123"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682" name="Google Shape;3682;p21"/>
            <p:cNvCxnSpPr/>
            <p:nvPr/>
          </p:nvCxnSpPr>
          <p:spPr>
            <a:xfrm>
              <a:off x="215687"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683" name="Google Shape;3683;p21"/>
            <p:cNvCxnSpPr/>
            <p:nvPr/>
          </p:nvCxnSpPr>
          <p:spPr>
            <a:xfrm>
              <a:off x="323250"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684" name="Google Shape;3684;p21"/>
            <p:cNvCxnSpPr/>
            <p:nvPr/>
          </p:nvCxnSpPr>
          <p:spPr>
            <a:xfrm>
              <a:off x="430814" y="4067"/>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685" name="Google Shape;3685;p21"/>
            <p:cNvCxnSpPr/>
            <p:nvPr/>
          </p:nvCxnSpPr>
          <p:spPr>
            <a:xfrm>
              <a:off x="53837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686" name="Google Shape;3686;p21"/>
            <p:cNvCxnSpPr/>
            <p:nvPr/>
          </p:nvCxnSpPr>
          <p:spPr>
            <a:xfrm>
              <a:off x="6459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87" name="Google Shape;3687;p21"/>
            <p:cNvCxnSpPr/>
            <p:nvPr/>
          </p:nvCxnSpPr>
          <p:spPr>
            <a:xfrm>
              <a:off x="75350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88" name="Google Shape;3688;p21"/>
            <p:cNvCxnSpPr/>
            <p:nvPr/>
          </p:nvCxnSpPr>
          <p:spPr>
            <a:xfrm>
              <a:off x="86106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89" name="Google Shape;3689;p21"/>
            <p:cNvCxnSpPr/>
            <p:nvPr/>
          </p:nvCxnSpPr>
          <p:spPr>
            <a:xfrm>
              <a:off x="96863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0" name="Google Shape;3690;p21"/>
            <p:cNvCxnSpPr/>
            <p:nvPr/>
          </p:nvCxnSpPr>
          <p:spPr>
            <a:xfrm>
              <a:off x="1076193"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691" name="Google Shape;3691;p21"/>
            <p:cNvCxnSpPr/>
            <p:nvPr/>
          </p:nvCxnSpPr>
          <p:spPr>
            <a:xfrm>
              <a:off x="118375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2" name="Google Shape;3692;p21"/>
            <p:cNvCxnSpPr/>
            <p:nvPr/>
          </p:nvCxnSpPr>
          <p:spPr>
            <a:xfrm>
              <a:off x="12913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3" name="Google Shape;3693;p21"/>
            <p:cNvCxnSpPr/>
            <p:nvPr/>
          </p:nvCxnSpPr>
          <p:spPr>
            <a:xfrm>
              <a:off x="139888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4" name="Google Shape;3694;p21"/>
            <p:cNvCxnSpPr/>
            <p:nvPr/>
          </p:nvCxnSpPr>
          <p:spPr>
            <a:xfrm>
              <a:off x="150644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5" name="Google Shape;3695;p21"/>
            <p:cNvCxnSpPr/>
            <p:nvPr/>
          </p:nvCxnSpPr>
          <p:spPr>
            <a:xfrm>
              <a:off x="1614012"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696" name="Google Shape;3696;p21"/>
            <p:cNvCxnSpPr/>
            <p:nvPr/>
          </p:nvCxnSpPr>
          <p:spPr>
            <a:xfrm>
              <a:off x="172157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7" name="Google Shape;3697;p21"/>
            <p:cNvCxnSpPr/>
            <p:nvPr/>
          </p:nvCxnSpPr>
          <p:spPr>
            <a:xfrm>
              <a:off x="18291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8" name="Google Shape;3698;p21"/>
            <p:cNvCxnSpPr/>
            <p:nvPr/>
          </p:nvCxnSpPr>
          <p:spPr>
            <a:xfrm>
              <a:off x="193670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699" name="Google Shape;3699;p21"/>
            <p:cNvCxnSpPr/>
            <p:nvPr/>
          </p:nvCxnSpPr>
          <p:spPr>
            <a:xfrm>
              <a:off x="204426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0" name="Google Shape;3700;p21"/>
            <p:cNvCxnSpPr/>
            <p:nvPr/>
          </p:nvCxnSpPr>
          <p:spPr>
            <a:xfrm>
              <a:off x="2151830"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01" name="Google Shape;3701;p21"/>
            <p:cNvCxnSpPr/>
            <p:nvPr/>
          </p:nvCxnSpPr>
          <p:spPr>
            <a:xfrm>
              <a:off x="22593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2" name="Google Shape;3702;p21"/>
            <p:cNvCxnSpPr/>
            <p:nvPr/>
          </p:nvCxnSpPr>
          <p:spPr>
            <a:xfrm>
              <a:off x="236695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3" name="Google Shape;3703;p21"/>
            <p:cNvCxnSpPr/>
            <p:nvPr/>
          </p:nvCxnSpPr>
          <p:spPr>
            <a:xfrm>
              <a:off x="24745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4" name="Google Shape;3704;p21"/>
            <p:cNvCxnSpPr/>
            <p:nvPr/>
          </p:nvCxnSpPr>
          <p:spPr>
            <a:xfrm>
              <a:off x="258208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5" name="Google Shape;3705;p21"/>
            <p:cNvCxnSpPr/>
            <p:nvPr/>
          </p:nvCxnSpPr>
          <p:spPr>
            <a:xfrm>
              <a:off x="2689648"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06" name="Google Shape;3706;p21"/>
            <p:cNvCxnSpPr/>
            <p:nvPr/>
          </p:nvCxnSpPr>
          <p:spPr>
            <a:xfrm>
              <a:off x="279721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7" name="Google Shape;3707;p21"/>
            <p:cNvCxnSpPr/>
            <p:nvPr/>
          </p:nvCxnSpPr>
          <p:spPr>
            <a:xfrm>
              <a:off x="29047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8" name="Google Shape;3708;p21"/>
            <p:cNvCxnSpPr/>
            <p:nvPr/>
          </p:nvCxnSpPr>
          <p:spPr>
            <a:xfrm>
              <a:off x="301233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09" name="Google Shape;3709;p21"/>
            <p:cNvCxnSpPr/>
            <p:nvPr/>
          </p:nvCxnSpPr>
          <p:spPr>
            <a:xfrm>
              <a:off x="311990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0" name="Google Shape;3710;p21"/>
            <p:cNvCxnSpPr/>
            <p:nvPr/>
          </p:nvCxnSpPr>
          <p:spPr>
            <a:xfrm>
              <a:off x="3227467"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11" name="Google Shape;3711;p21"/>
            <p:cNvCxnSpPr/>
            <p:nvPr/>
          </p:nvCxnSpPr>
          <p:spPr>
            <a:xfrm>
              <a:off x="333503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2" name="Google Shape;3712;p21"/>
            <p:cNvCxnSpPr/>
            <p:nvPr/>
          </p:nvCxnSpPr>
          <p:spPr>
            <a:xfrm>
              <a:off x="34425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3" name="Google Shape;3713;p21"/>
            <p:cNvCxnSpPr/>
            <p:nvPr/>
          </p:nvCxnSpPr>
          <p:spPr>
            <a:xfrm>
              <a:off x="355015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4" name="Google Shape;3714;p21"/>
            <p:cNvCxnSpPr/>
            <p:nvPr/>
          </p:nvCxnSpPr>
          <p:spPr>
            <a:xfrm>
              <a:off x="365772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5" name="Google Shape;3715;p21"/>
            <p:cNvCxnSpPr/>
            <p:nvPr/>
          </p:nvCxnSpPr>
          <p:spPr>
            <a:xfrm>
              <a:off x="376528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16" name="Google Shape;3716;p21"/>
            <p:cNvCxnSpPr/>
            <p:nvPr/>
          </p:nvCxnSpPr>
          <p:spPr>
            <a:xfrm>
              <a:off x="38728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7" name="Google Shape;3717;p21"/>
            <p:cNvCxnSpPr/>
            <p:nvPr/>
          </p:nvCxnSpPr>
          <p:spPr>
            <a:xfrm>
              <a:off x="398041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8" name="Google Shape;3718;p21"/>
            <p:cNvCxnSpPr/>
            <p:nvPr/>
          </p:nvCxnSpPr>
          <p:spPr>
            <a:xfrm>
              <a:off x="40879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19" name="Google Shape;3719;p21"/>
            <p:cNvCxnSpPr/>
            <p:nvPr/>
          </p:nvCxnSpPr>
          <p:spPr>
            <a:xfrm>
              <a:off x="419554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0" name="Google Shape;3720;p21"/>
            <p:cNvCxnSpPr/>
            <p:nvPr/>
          </p:nvCxnSpPr>
          <p:spPr>
            <a:xfrm>
              <a:off x="4303103"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21" name="Google Shape;3721;p21"/>
            <p:cNvCxnSpPr/>
            <p:nvPr/>
          </p:nvCxnSpPr>
          <p:spPr>
            <a:xfrm>
              <a:off x="441066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2" name="Google Shape;3722;p21"/>
            <p:cNvCxnSpPr/>
            <p:nvPr/>
          </p:nvCxnSpPr>
          <p:spPr>
            <a:xfrm>
              <a:off x="45182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3" name="Google Shape;3723;p21"/>
            <p:cNvCxnSpPr/>
            <p:nvPr/>
          </p:nvCxnSpPr>
          <p:spPr>
            <a:xfrm>
              <a:off x="462579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4" name="Google Shape;3724;p21"/>
            <p:cNvCxnSpPr/>
            <p:nvPr/>
          </p:nvCxnSpPr>
          <p:spPr>
            <a:xfrm>
              <a:off x="473335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5" name="Google Shape;3725;p21"/>
            <p:cNvCxnSpPr/>
            <p:nvPr/>
          </p:nvCxnSpPr>
          <p:spPr>
            <a:xfrm>
              <a:off x="4840922"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26" name="Google Shape;3726;p21"/>
            <p:cNvCxnSpPr/>
            <p:nvPr/>
          </p:nvCxnSpPr>
          <p:spPr>
            <a:xfrm>
              <a:off x="494848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7" name="Google Shape;3727;p21"/>
            <p:cNvCxnSpPr/>
            <p:nvPr/>
          </p:nvCxnSpPr>
          <p:spPr>
            <a:xfrm>
              <a:off x="50560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8" name="Google Shape;3728;p21"/>
            <p:cNvCxnSpPr/>
            <p:nvPr/>
          </p:nvCxnSpPr>
          <p:spPr>
            <a:xfrm>
              <a:off x="516361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29" name="Google Shape;3729;p21"/>
            <p:cNvCxnSpPr/>
            <p:nvPr/>
          </p:nvCxnSpPr>
          <p:spPr>
            <a:xfrm>
              <a:off x="527117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0" name="Google Shape;3730;p21"/>
            <p:cNvCxnSpPr/>
            <p:nvPr/>
          </p:nvCxnSpPr>
          <p:spPr>
            <a:xfrm>
              <a:off x="5378740"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31" name="Google Shape;3731;p21"/>
            <p:cNvCxnSpPr/>
            <p:nvPr/>
          </p:nvCxnSpPr>
          <p:spPr>
            <a:xfrm>
              <a:off x="602412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2" name="Google Shape;3732;p21"/>
            <p:cNvCxnSpPr/>
            <p:nvPr/>
          </p:nvCxnSpPr>
          <p:spPr>
            <a:xfrm>
              <a:off x="613168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3" name="Google Shape;3733;p21"/>
            <p:cNvCxnSpPr/>
            <p:nvPr/>
          </p:nvCxnSpPr>
          <p:spPr>
            <a:xfrm>
              <a:off x="623924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4" name="Google Shape;3734;p21"/>
            <p:cNvCxnSpPr/>
            <p:nvPr/>
          </p:nvCxnSpPr>
          <p:spPr>
            <a:xfrm>
              <a:off x="6346813"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5" name="Google Shape;3735;p21"/>
            <p:cNvCxnSpPr/>
            <p:nvPr/>
          </p:nvCxnSpPr>
          <p:spPr>
            <a:xfrm>
              <a:off x="6454377"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36" name="Google Shape;3736;p21"/>
            <p:cNvCxnSpPr/>
            <p:nvPr/>
          </p:nvCxnSpPr>
          <p:spPr>
            <a:xfrm>
              <a:off x="656194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7" name="Google Shape;3737;p21"/>
            <p:cNvCxnSpPr/>
            <p:nvPr/>
          </p:nvCxnSpPr>
          <p:spPr>
            <a:xfrm>
              <a:off x="666950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8" name="Google Shape;3738;p21"/>
            <p:cNvCxnSpPr/>
            <p:nvPr/>
          </p:nvCxnSpPr>
          <p:spPr>
            <a:xfrm>
              <a:off x="6777068"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39" name="Google Shape;3739;p21"/>
            <p:cNvCxnSpPr/>
            <p:nvPr/>
          </p:nvCxnSpPr>
          <p:spPr>
            <a:xfrm>
              <a:off x="68846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0" name="Google Shape;3740;p21"/>
            <p:cNvCxnSpPr/>
            <p:nvPr/>
          </p:nvCxnSpPr>
          <p:spPr>
            <a:xfrm>
              <a:off x="5486304"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1" name="Google Shape;3741;p21"/>
            <p:cNvCxnSpPr/>
            <p:nvPr/>
          </p:nvCxnSpPr>
          <p:spPr>
            <a:xfrm>
              <a:off x="5593867"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2" name="Google Shape;3742;p21"/>
            <p:cNvCxnSpPr/>
            <p:nvPr/>
          </p:nvCxnSpPr>
          <p:spPr>
            <a:xfrm>
              <a:off x="5701431"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3" name="Google Shape;3743;p21"/>
            <p:cNvCxnSpPr/>
            <p:nvPr/>
          </p:nvCxnSpPr>
          <p:spPr>
            <a:xfrm>
              <a:off x="5808995"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4" name="Google Shape;3744;p21"/>
            <p:cNvCxnSpPr/>
            <p:nvPr/>
          </p:nvCxnSpPr>
          <p:spPr>
            <a:xfrm>
              <a:off x="5916558"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45" name="Google Shape;3745;p21"/>
            <p:cNvCxnSpPr/>
            <p:nvPr/>
          </p:nvCxnSpPr>
          <p:spPr>
            <a:xfrm>
              <a:off x="7099759"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6" name="Google Shape;3746;p21"/>
            <p:cNvCxnSpPr/>
            <p:nvPr/>
          </p:nvCxnSpPr>
          <p:spPr>
            <a:xfrm>
              <a:off x="6992195" y="-516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47" name="Google Shape;3747;p21"/>
            <p:cNvCxnSpPr/>
            <p:nvPr/>
          </p:nvCxnSpPr>
          <p:spPr>
            <a:xfrm>
              <a:off x="7207322"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8" name="Google Shape;3748;p21"/>
            <p:cNvCxnSpPr/>
            <p:nvPr/>
          </p:nvCxnSpPr>
          <p:spPr>
            <a:xfrm>
              <a:off x="7314886"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49" name="Google Shape;3749;p21"/>
            <p:cNvCxnSpPr/>
            <p:nvPr/>
          </p:nvCxnSpPr>
          <p:spPr>
            <a:xfrm>
              <a:off x="7422450" y="-5161"/>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50" name="Google Shape;3750;p21"/>
            <p:cNvCxnSpPr/>
            <p:nvPr/>
          </p:nvCxnSpPr>
          <p:spPr>
            <a:xfrm>
              <a:off x="7637577"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1" name="Google Shape;3751;p21"/>
            <p:cNvCxnSpPr/>
            <p:nvPr/>
          </p:nvCxnSpPr>
          <p:spPr>
            <a:xfrm>
              <a:off x="7745141"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2" name="Google Shape;3752;p21"/>
            <p:cNvCxnSpPr/>
            <p:nvPr/>
          </p:nvCxnSpPr>
          <p:spPr>
            <a:xfrm>
              <a:off x="7852704"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3" name="Google Shape;3753;p21"/>
            <p:cNvCxnSpPr/>
            <p:nvPr/>
          </p:nvCxnSpPr>
          <p:spPr>
            <a:xfrm>
              <a:off x="7960268"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4" name="Google Shape;3754;p21"/>
            <p:cNvCxnSpPr/>
            <p:nvPr/>
          </p:nvCxnSpPr>
          <p:spPr>
            <a:xfrm>
              <a:off x="8067832" y="-6009"/>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3755" name="Google Shape;3755;p21"/>
            <p:cNvCxnSpPr/>
            <p:nvPr/>
          </p:nvCxnSpPr>
          <p:spPr>
            <a:xfrm>
              <a:off x="8175395"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6" name="Google Shape;3756;p21"/>
            <p:cNvCxnSpPr/>
            <p:nvPr/>
          </p:nvCxnSpPr>
          <p:spPr>
            <a:xfrm>
              <a:off x="8282959"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7" name="Google Shape;3757;p21"/>
            <p:cNvCxnSpPr/>
            <p:nvPr/>
          </p:nvCxnSpPr>
          <p:spPr>
            <a:xfrm>
              <a:off x="8390523"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8" name="Google Shape;3758;p21"/>
            <p:cNvCxnSpPr/>
            <p:nvPr/>
          </p:nvCxnSpPr>
          <p:spPr>
            <a:xfrm>
              <a:off x="8498086" y="-6009"/>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759" name="Google Shape;3759;p21"/>
            <p:cNvCxnSpPr/>
            <p:nvPr/>
          </p:nvCxnSpPr>
          <p:spPr>
            <a:xfrm>
              <a:off x="8605650" y="-516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60" name="Google Shape;3760;p21"/>
            <p:cNvCxnSpPr/>
            <p:nvPr/>
          </p:nvCxnSpPr>
          <p:spPr>
            <a:xfrm>
              <a:off x="8713206"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761" name="Google Shape;3761;p21"/>
            <p:cNvCxnSpPr/>
            <p:nvPr/>
          </p:nvCxnSpPr>
          <p:spPr>
            <a:xfrm>
              <a:off x="8820769"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762" name="Google Shape;3762;p21"/>
            <p:cNvCxnSpPr/>
            <p:nvPr/>
          </p:nvCxnSpPr>
          <p:spPr>
            <a:xfrm>
              <a:off x="8928333"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763" name="Google Shape;3763;p21"/>
            <p:cNvCxnSpPr/>
            <p:nvPr/>
          </p:nvCxnSpPr>
          <p:spPr>
            <a:xfrm>
              <a:off x="9035896" y="4036"/>
              <a:ext cx="0" cy="5145300"/>
            </a:xfrm>
            <a:prstGeom prst="straightConnector1">
              <a:avLst/>
            </a:prstGeom>
            <a:noFill/>
            <a:ln w="9525" cap="flat" cmpd="sng">
              <a:solidFill>
                <a:schemeClr val="dk2"/>
              </a:solidFill>
              <a:prstDash val="solid"/>
              <a:round/>
              <a:headEnd type="none" w="med" len="med"/>
              <a:tailEnd type="none" w="med" len="med"/>
            </a:ln>
          </p:spPr>
        </p:cxnSp>
        <p:cxnSp>
          <p:nvCxnSpPr>
            <p:cNvPr id="3764" name="Google Shape;3764;p21"/>
            <p:cNvCxnSpPr/>
            <p:nvPr/>
          </p:nvCxnSpPr>
          <p:spPr>
            <a:xfrm>
              <a:off x="7530013" y="-5275"/>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65" name="Google Shape;3765;p21"/>
            <p:cNvCxnSpPr/>
            <p:nvPr/>
          </p:nvCxnSpPr>
          <p:spPr>
            <a:xfrm>
              <a:off x="560" y="-6016"/>
              <a:ext cx="0" cy="5155500"/>
            </a:xfrm>
            <a:prstGeom prst="straightConnector1">
              <a:avLst/>
            </a:prstGeom>
            <a:noFill/>
            <a:ln w="19050" cap="flat" cmpd="sng">
              <a:solidFill>
                <a:schemeClr val="dk2"/>
              </a:solidFill>
              <a:prstDash val="solid"/>
              <a:round/>
              <a:headEnd type="none" w="med" len="med"/>
              <a:tailEnd type="none" w="med" len="med"/>
            </a:ln>
          </p:spPr>
        </p:cxnSp>
        <p:cxnSp>
          <p:nvCxnSpPr>
            <p:cNvPr id="3766" name="Google Shape;3766;p21"/>
            <p:cNvCxnSpPr/>
            <p:nvPr/>
          </p:nvCxnSpPr>
          <p:spPr>
            <a:xfrm>
              <a:off x="53837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67" name="Google Shape;3767;p21"/>
            <p:cNvCxnSpPr/>
            <p:nvPr/>
          </p:nvCxnSpPr>
          <p:spPr>
            <a:xfrm>
              <a:off x="6459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68" name="Google Shape;3768;p21"/>
            <p:cNvCxnSpPr/>
            <p:nvPr/>
          </p:nvCxnSpPr>
          <p:spPr>
            <a:xfrm>
              <a:off x="75350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69" name="Google Shape;3769;p21"/>
            <p:cNvCxnSpPr/>
            <p:nvPr/>
          </p:nvCxnSpPr>
          <p:spPr>
            <a:xfrm>
              <a:off x="86106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0" name="Google Shape;3770;p21"/>
            <p:cNvCxnSpPr/>
            <p:nvPr/>
          </p:nvCxnSpPr>
          <p:spPr>
            <a:xfrm>
              <a:off x="96863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1" name="Google Shape;3771;p21"/>
            <p:cNvCxnSpPr/>
            <p:nvPr/>
          </p:nvCxnSpPr>
          <p:spPr>
            <a:xfrm>
              <a:off x="1076193"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72" name="Google Shape;3772;p21"/>
            <p:cNvCxnSpPr/>
            <p:nvPr/>
          </p:nvCxnSpPr>
          <p:spPr>
            <a:xfrm>
              <a:off x="118375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3" name="Google Shape;3773;p21"/>
            <p:cNvCxnSpPr/>
            <p:nvPr/>
          </p:nvCxnSpPr>
          <p:spPr>
            <a:xfrm>
              <a:off x="12913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4" name="Google Shape;3774;p21"/>
            <p:cNvCxnSpPr/>
            <p:nvPr/>
          </p:nvCxnSpPr>
          <p:spPr>
            <a:xfrm>
              <a:off x="139888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5" name="Google Shape;3775;p21"/>
            <p:cNvCxnSpPr/>
            <p:nvPr/>
          </p:nvCxnSpPr>
          <p:spPr>
            <a:xfrm>
              <a:off x="150644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6" name="Google Shape;3776;p21"/>
            <p:cNvCxnSpPr/>
            <p:nvPr/>
          </p:nvCxnSpPr>
          <p:spPr>
            <a:xfrm>
              <a:off x="1614012"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77" name="Google Shape;3777;p21"/>
            <p:cNvCxnSpPr/>
            <p:nvPr/>
          </p:nvCxnSpPr>
          <p:spPr>
            <a:xfrm>
              <a:off x="172157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8" name="Google Shape;3778;p21"/>
            <p:cNvCxnSpPr/>
            <p:nvPr/>
          </p:nvCxnSpPr>
          <p:spPr>
            <a:xfrm>
              <a:off x="18291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79" name="Google Shape;3779;p21"/>
            <p:cNvCxnSpPr/>
            <p:nvPr/>
          </p:nvCxnSpPr>
          <p:spPr>
            <a:xfrm>
              <a:off x="193670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0" name="Google Shape;3780;p21"/>
            <p:cNvCxnSpPr/>
            <p:nvPr/>
          </p:nvCxnSpPr>
          <p:spPr>
            <a:xfrm>
              <a:off x="204426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1" name="Google Shape;3781;p21"/>
            <p:cNvCxnSpPr/>
            <p:nvPr/>
          </p:nvCxnSpPr>
          <p:spPr>
            <a:xfrm>
              <a:off x="2151830"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82" name="Google Shape;3782;p21"/>
            <p:cNvCxnSpPr/>
            <p:nvPr/>
          </p:nvCxnSpPr>
          <p:spPr>
            <a:xfrm>
              <a:off x="22593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3" name="Google Shape;3783;p21"/>
            <p:cNvCxnSpPr/>
            <p:nvPr/>
          </p:nvCxnSpPr>
          <p:spPr>
            <a:xfrm>
              <a:off x="236695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4" name="Google Shape;3784;p21"/>
            <p:cNvCxnSpPr/>
            <p:nvPr/>
          </p:nvCxnSpPr>
          <p:spPr>
            <a:xfrm>
              <a:off x="24745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5" name="Google Shape;3785;p21"/>
            <p:cNvCxnSpPr/>
            <p:nvPr/>
          </p:nvCxnSpPr>
          <p:spPr>
            <a:xfrm>
              <a:off x="258208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6" name="Google Shape;3786;p21"/>
            <p:cNvCxnSpPr/>
            <p:nvPr/>
          </p:nvCxnSpPr>
          <p:spPr>
            <a:xfrm>
              <a:off x="2689648"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87" name="Google Shape;3787;p21"/>
            <p:cNvCxnSpPr/>
            <p:nvPr/>
          </p:nvCxnSpPr>
          <p:spPr>
            <a:xfrm>
              <a:off x="279721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8" name="Google Shape;3788;p21"/>
            <p:cNvCxnSpPr/>
            <p:nvPr/>
          </p:nvCxnSpPr>
          <p:spPr>
            <a:xfrm>
              <a:off x="29047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89" name="Google Shape;3789;p21"/>
            <p:cNvCxnSpPr/>
            <p:nvPr/>
          </p:nvCxnSpPr>
          <p:spPr>
            <a:xfrm>
              <a:off x="301233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0" name="Google Shape;3790;p21"/>
            <p:cNvCxnSpPr/>
            <p:nvPr/>
          </p:nvCxnSpPr>
          <p:spPr>
            <a:xfrm>
              <a:off x="311990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1" name="Google Shape;3791;p21"/>
            <p:cNvCxnSpPr/>
            <p:nvPr/>
          </p:nvCxnSpPr>
          <p:spPr>
            <a:xfrm>
              <a:off x="3227467"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92" name="Google Shape;3792;p21"/>
            <p:cNvCxnSpPr/>
            <p:nvPr/>
          </p:nvCxnSpPr>
          <p:spPr>
            <a:xfrm>
              <a:off x="333503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3" name="Google Shape;3793;p21"/>
            <p:cNvCxnSpPr/>
            <p:nvPr/>
          </p:nvCxnSpPr>
          <p:spPr>
            <a:xfrm>
              <a:off x="34425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4" name="Google Shape;3794;p21"/>
            <p:cNvCxnSpPr/>
            <p:nvPr/>
          </p:nvCxnSpPr>
          <p:spPr>
            <a:xfrm>
              <a:off x="355015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5" name="Google Shape;3795;p21"/>
            <p:cNvCxnSpPr/>
            <p:nvPr/>
          </p:nvCxnSpPr>
          <p:spPr>
            <a:xfrm>
              <a:off x="365772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6" name="Google Shape;3796;p21"/>
            <p:cNvCxnSpPr/>
            <p:nvPr/>
          </p:nvCxnSpPr>
          <p:spPr>
            <a:xfrm>
              <a:off x="376528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797" name="Google Shape;3797;p21"/>
            <p:cNvCxnSpPr/>
            <p:nvPr/>
          </p:nvCxnSpPr>
          <p:spPr>
            <a:xfrm>
              <a:off x="38728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8" name="Google Shape;3798;p21"/>
            <p:cNvCxnSpPr/>
            <p:nvPr/>
          </p:nvCxnSpPr>
          <p:spPr>
            <a:xfrm>
              <a:off x="398041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799" name="Google Shape;3799;p21"/>
            <p:cNvCxnSpPr/>
            <p:nvPr/>
          </p:nvCxnSpPr>
          <p:spPr>
            <a:xfrm>
              <a:off x="40879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0" name="Google Shape;3800;p21"/>
            <p:cNvCxnSpPr/>
            <p:nvPr/>
          </p:nvCxnSpPr>
          <p:spPr>
            <a:xfrm>
              <a:off x="419554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1" name="Google Shape;3801;p21"/>
            <p:cNvCxnSpPr/>
            <p:nvPr/>
          </p:nvCxnSpPr>
          <p:spPr>
            <a:xfrm>
              <a:off x="4303103"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02" name="Google Shape;3802;p21"/>
            <p:cNvCxnSpPr/>
            <p:nvPr/>
          </p:nvCxnSpPr>
          <p:spPr>
            <a:xfrm>
              <a:off x="441066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3" name="Google Shape;3803;p21"/>
            <p:cNvCxnSpPr/>
            <p:nvPr/>
          </p:nvCxnSpPr>
          <p:spPr>
            <a:xfrm>
              <a:off x="45182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4" name="Google Shape;3804;p21"/>
            <p:cNvCxnSpPr/>
            <p:nvPr/>
          </p:nvCxnSpPr>
          <p:spPr>
            <a:xfrm>
              <a:off x="462579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5" name="Google Shape;3805;p21"/>
            <p:cNvCxnSpPr/>
            <p:nvPr/>
          </p:nvCxnSpPr>
          <p:spPr>
            <a:xfrm>
              <a:off x="473335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6" name="Google Shape;3806;p21"/>
            <p:cNvCxnSpPr/>
            <p:nvPr/>
          </p:nvCxnSpPr>
          <p:spPr>
            <a:xfrm>
              <a:off x="4840922"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07" name="Google Shape;3807;p21"/>
            <p:cNvCxnSpPr/>
            <p:nvPr/>
          </p:nvCxnSpPr>
          <p:spPr>
            <a:xfrm>
              <a:off x="494848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8" name="Google Shape;3808;p21"/>
            <p:cNvCxnSpPr/>
            <p:nvPr/>
          </p:nvCxnSpPr>
          <p:spPr>
            <a:xfrm>
              <a:off x="50560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09" name="Google Shape;3809;p21"/>
            <p:cNvCxnSpPr/>
            <p:nvPr/>
          </p:nvCxnSpPr>
          <p:spPr>
            <a:xfrm>
              <a:off x="516361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0" name="Google Shape;3810;p21"/>
            <p:cNvCxnSpPr/>
            <p:nvPr/>
          </p:nvCxnSpPr>
          <p:spPr>
            <a:xfrm>
              <a:off x="527117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1" name="Google Shape;3811;p21"/>
            <p:cNvCxnSpPr/>
            <p:nvPr/>
          </p:nvCxnSpPr>
          <p:spPr>
            <a:xfrm>
              <a:off x="5378740"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12" name="Google Shape;3812;p21"/>
            <p:cNvCxnSpPr/>
            <p:nvPr/>
          </p:nvCxnSpPr>
          <p:spPr>
            <a:xfrm>
              <a:off x="602412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3" name="Google Shape;3813;p21"/>
            <p:cNvCxnSpPr/>
            <p:nvPr/>
          </p:nvCxnSpPr>
          <p:spPr>
            <a:xfrm>
              <a:off x="613168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4" name="Google Shape;3814;p21"/>
            <p:cNvCxnSpPr/>
            <p:nvPr/>
          </p:nvCxnSpPr>
          <p:spPr>
            <a:xfrm>
              <a:off x="623924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5" name="Google Shape;3815;p21"/>
            <p:cNvCxnSpPr/>
            <p:nvPr/>
          </p:nvCxnSpPr>
          <p:spPr>
            <a:xfrm>
              <a:off x="6346813"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6" name="Google Shape;3816;p21"/>
            <p:cNvCxnSpPr/>
            <p:nvPr/>
          </p:nvCxnSpPr>
          <p:spPr>
            <a:xfrm>
              <a:off x="6454377"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17" name="Google Shape;3817;p21"/>
            <p:cNvCxnSpPr/>
            <p:nvPr/>
          </p:nvCxnSpPr>
          <p:spPr>
            <a:xfrm>
              <a:off x="656194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8" name="Google Shape;3818;p21"/>
            <p:cNvCxnSpPr/>
            <p:nvPr/>
          </p:nvCxnSpPr>
          <p:spPr>
            <a:xfrm>
              <a:off x="666950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19" name="Google Shape;3819;p21"/>
            <p:cNvCxnSpPr/>
            <p:nvPr/>
          </p:nvCxnSpPr>
          <p:spPr>
            <a:xfrm>
              <a:off x="6777068"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0" name="Google Shape;3820;p21"/>
            <p:cNvCxnSpPr/>
            <p:nvPr/>
          </p:nvCxnSpPr>
          <p:spPr>
            <a:xfrm>
              <a:off x="68846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1" name="Google Shape;3821;p21"/>
            <p:cNvCxnSpPr/>
            <p:nvPr/>
          </p:nvCxnSpPr>
          <p:spPr>
            <a:xfrm>
              <a:off x="5486304"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2" name="Google Shape;3822;p21"/>
            <p:cNvCxnSpPr/>
            <p:nvPr/>
          </p:nvCxnSpPr>
          <p:spPr>
            <a:xfrm>
              <a:off x="5593867"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3" name="Google Shape;3823;p21"/>
            <p:cNvCxnSpPr/>
            <p:nvPr/>
          </p:nvCxnSpPr>
          <p:spPr>
            <a:xfrm>
              <a:off x="5701431"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4" name="Google Shape;3824;p21"/>
            <p:cNvCxnSpPr/>
            <p:nvPr/>
          </p:nvCxnSpPr>
          <p:spPr>
            <a:xfrm>
              <a:off x="5808995"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5" name="Google Shape;3825;p21"/>
            <p:cNvCxnSpPr/>
            <p:nvPr/>
          </p:nvCxnSpPr>
          <p:spPr>
            <a:xfrm>
              <a:off x="5916558"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26" name="Google Shape;3826;p21"/>
            <p:cNvCxnSpPr/>
            <p:nvPr/>
          </p:nvCxnSpPr>
          <p:spPr>
            <a:xfrm>
              <a:off x="7099759"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7" name="Google Shape;3827;p21"/>
            <p:cNvCxnSpPr/>
            <p:nvPr/>
          </p:nvCxnSpPr>
          <p:spPr>
            <a:xfrm>
              <a:off x="6992195" y="4716714"/>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28" name="Google Shape;3828;p21"/>
            <p:cNvCxnSpPr/>
            <p:nvPr/>
          </p:nvCxnSpPr>
          <p:spPr>
            <a:xfrm>
              <a:off x="7207322"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29" name="Google Shape;3829;p21"/>
            <p:cNvCxnSpPr/>
            <p:nvPr/>
          </p:nvCxnSpPr>
          <p:spPr>
            <a:xfrm>
              <a:off x="7314886"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30" name="Google Shape;3830;p21"/>
            <p:cNvCxnSpPr/>
            <p:nvPr/>
          </p:nvCxnSpPr>
          <p:spPr>
            <a:xfrm>
              <a:off x="7422450" y="4716714"/>
              <a:ext cx="0" cy="432900"/>
            </a:xfrm>
            <a:prstGeom prst="straightConnector1">
              <a:avLst/>
            </a:prstGeom>
            <a:noFill/>
            <a:ln w="9525" cap="flat" cmpd="sng">
              <a:solidFill>
                <a:schemeClr val="dk2"/>
              </a:solidFill>
              <a:prstDash val="solid"/>
              <a:round/>
              <a:headEnd type="none" w="med" len="med"/>
              <a:tailEnd type="none" w="med" len="med"/>
            </a:ln>
          </p:spPr>
        </p:cxnSp>
        <p:cxnSp>
          <p:nvCxnSpPr>
            <p:cNvPr id="3831" name="Google Shape;3831;p21"/>
            <p:cNvCxnSpPr/>
            <p:nvPr/>
          </p:nvCxnSpPr>
          <p:spPr>
            <a:xfrm>
              <a:off x="7637577"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2" name="Google Shape;3832;p21"/>
            <p:cNvCxnSpPr/>
            <p:nvPr/>
          </p:nvCxnSpPr>
          <p:spPr>
            <a:xfrm>
              <a:off x="7745141"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3" name="Google Shape;3833;p21"/>
            <p:cNvCxnSpPr/>
            <p:nvPr/>
          </p:nvCxnSpPr>
          <p:spPr>
            <a:xfrm>
              <a:off x="7852704"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4" name="Google Shape;3834;p21"/>
            <p:cNvCxnSpPr/>
            <p:nvPr/>
          </p:nvCxnSpPr>
          <p:spPr>
            <a:xfrm>
              <a:off x="7960268"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5" name="Google Shape;3835;p21"/>
            <p:cNvCxnSpPr/>
            <p:nvPr/>
          </p:nvCxnSpPr>
          <p:spPr>
            <a:xfrm>
              <a:off x="8067832" y="4715866"/>
              <a:ext cx="0" cy="433500"/>
            </a:xfrm>
            <a:prstGeom prst="straightConnector1">
              <a:avLst/>
            </a:prstGeom>
            <a:noFill/>
            <a:ln w="19050" cap="flat" cmpd="sng">
              <a:solidFill>
                <a:schemeClr val="dk2"/>
              </a:solidFill>
              <a:prstDash val="solid"/>
              <a:round/>
              <a:headEnd type="none" w="med" len="med"/>
              <a:tailEnd type="none" w="med" len="med"/>
            </a:ln>
          </p:spPr>
        </p:cxnSp>
        <p:cxnSp>
          <p:nvCxnSpPr>
            <p:cNvPr id="3836" name="Google Shape;3836;p21"/>
            <p:cNvCxnSpPr/>
            <p:nvPr/>
          </p:nvCxnSpPr>
          <p:spPr>
            <a:xfrm>
              <a:off x="8175395"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7" name="Google Shape;3837;p21"/>
            <p:cNvCxnSpPr/>
            <p:nvPr/>
          </p:nvCxnSpPr>
          <p:spPr>
            <a:xfrm>
              <a:off x="8282959"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8" name="Google Shape;3838;p21"/>
            <p:cNvCxnSpPr/>
            <p:nvPr/>
          </p:nvCxnSpPr>
          <p:spPr>
            <a:xfrm>
              <a:off x="8390523"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39" name="Google Shape;3839;p21"/>
            <p:cNvCxnSpPr/>
            <p:nvPr/>
          </p:nvCxnSpPr>
          <p:spPr>
            <a:xfrm>
              <a:off x="8498086" y="4715866"/>
              <a:ext cx="0" cy="433500"/>
            </a:xfrm>
            <a:prstGeom prst="straightConnector1">
              <a:avLst/>
            </a:prstGeom>
            <a:noFill/>
            <a:ln w="9525" cap="flat" cmpd="sng">
              <a:solidFill>
                <a:schemeClr val="dk2"/>
              </a:solidFill>
              <a:prstDash val="solid"/>
              <a:round/>
              <a:headEnd type="none" w="med" len="med"/>
              <a:tailEnd type="none" w="med" len="med"/>
            </a:ln>
          </p:spPr>
        </p:cxnSp>
        <p:cxnSp>
          <p:nvCxnSpPr>
            <p:cNvPr id="3840" name="Google Shape;3840;p21"/>
            <p:cNvCxnSpPr/>
            <p:nvPr/>
          </p:nvCxnSpPr>
          <p:spPr>
            <a:xfrm>
              <a:off x="8605650" y="4716711"/>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41" name="Google Shape;3841;p21"/>
            <p:cNvCxnSpPr/>
            <p:nvPr/>
          </p:nvCxnSpPr>
          <p:spPr>
            <a:xfrm>
              <a:off x="7530013" y="4716600"/>
              <a:ext cx="0" cy="432900"/>
            </a:xfrm>
            <a:prstGeom prst="straightConnector1">
              <a:avLst/>
            </a:prstGeom>
            <a:noFill/>
            <a:ln w="19050" cap="flat" cmpd="sng">
              <a:solidFill>
                <a:schemeClr val="dk2"/>
              </a:solidFill>
              <a:prstDash val="solid"/>
              <a:round/>
              <a:headEnd type="none" w="med" len="med"/>
              <a:tailEnd type="none" w="med" len="med"/>
            </a:ln>
          </p:spPr>
        </p:cxnSp>
        <p:cxnSp>
          <p:nvCxnSpPr>
            <p:cNvPr id="3842" name="Google Shape;3842;p21"/>
            <p:cNvCxnSpPr/>
            <p:nvPr/>
          </p:nvCxnSpPr>
          <p:spPr>
            <a:xfrm>
              <a:off x="8606000" y="4179829"/>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43" name="Google Shape;3843;p21"/>
            <p:cNvCxnSpPr/>
            <p:nvPr/>
          </p:nvCxnSpPr>
          <p:spPr>
            <a:xfrm>
              <a:off x="8606000" y="3107776"/>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44" name="Google Shape;3844;p21"/>
            <p:cNvCxnSpPr/>
            <p:nvPr/>
          </p:nvCxnSpPr>
          <p:spPr>
            <a:xfrm>
              <a:off x="8606000" y="2035724"/>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45" name="Google Shape;3845;p21"/>
            <p:cNvCxnSpPr/>
            <p:nvPr/>
          </p:nvCxnSpPr>
          <p:spPr>
            <a:xfrm>
              <a:off x="8606000" y="963671"/>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46" name="Google Shape;3846;p21"/>
            <p:cNvCxnSpPr/>
            <p:nvPr/>
          </p:nvCxnSpPr>
          <p:spPr>
            <a:xfrm>
              <a:off x="8606000" y="42870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47" name="Google Shape;3847;p21"/>
            <p:cNvCxnSpPr/>
            <p:nvPr/>
          </p:nvCxnSpPr>
          <p:spPr>
            <a:xfrm>
              <a:off x="8606000" y="43942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48" name="Google Shape;3848;p21"/>
            <p:cNvCxnSpPr/>
            <p:nvPr/>
          </p:nvCxnSpPr>
          <p:spPr>
            <a:xfrm>
              <a:off x="8606000" y="45014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49" name="Google Shape;3849;p21"/>
            <p:cNvCxnSpPr/>
            <p:nvPr/>
          </p:nvCxnSpPr>
          <p:spPr>
            <a:xfrm>
              <a:off x="8606000" y="46086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0" name="Google Shape;3850;p21"/>
            <p:cNvCxnSpPr/>
            <p:nvPr/>
          </p:nvCxnSpPr>
          <p:spPr>
            <a:xfrm>
              <a:off x="8606000" y="37510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1" name="Google Shape;3851;p21"/>
            <p:cNvCxnSpPr/>
            <p:nvPr/>
          </p:nvCxnSpPr>
          <p:spPr>
            <a:xfrm>
              <a:off x="8606000" y="38582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2" name="Google Shape;3852;p21"/>
            <p:cNvCxnSpPr/>
            <p:nvPr/>
          </p:nvCxnSpPr>
          <p:spPr>
            <a:xfrm>
              <a:off x="8606000" y="39654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3" name="Google Shape;3853;p21"/>
            <p:cNvCxnSpPr/>
            <p:nvPr/>
          </p:nvCxnSpPr>
          <p:spPr>
            <a:xfrm>
              <a:off x="8606000" y="407262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4" name="Google Shape;3854;p21"/>
            <p:cNvCxnSpPr/>
            <p:nvPr/>
          </p:nvCxnSpPr>
          <p:spPr>
            <a:xfrm>
              <a:off x="8606000" y="3643803"/>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55" name="Google Shape;3855;p21"/>
            <p:cNvCxnSpPr/>
            <p:nvPr/>
          </p:nvCxnSpPr>
          <p:spPr>
            <a:xfrm>
              <a:off x="8606000" y="32149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6" name="Google Shape;3856;p21"/>
            <p:cNvCxnSpPr/>
            <p:nvPr/>
          </p:nvCxnSpPr>
          <p:spPr>
            <a:xfrm>
              <a:off x="8606000" y="33221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7" name="Google Shape;3857;p21"/>
            <p:cNvCxnSpPr/>
            <p:nvPr/>
          </p:nvCxnSpPr>
          <p:spPr>
            <a:xfrm>
              <a:off x="8606000" y="34293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8" name="Google Shape;3858;p21"/>
            <p:cNvCxnSpPr/>
            <p:nvPr/>
          </p:nvCxnSpPr>
          <p:spPr>
            <a:xfrm>
              <a:off x="8606000" y="353659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59" name="Google Shape;3859;p21"/>
            <p:cNvCxnSpPr/>
            <p:nvPr/>
          </p:nvCxnSpPr>
          <p:spPr>
            <a:xfrm>
              <a:off x="8606000" y="26789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0" name="Google Shape;3860;p21"/>
            <p:cNvCxnSpPr/>
            <p:nvPr/>
          </p:nvCxnSpPr>
          <p:spPr>
            <a:xfrm>
              <a:off x="8606000" y="27861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1" name="Google Shape;3861;p21"/>
            <p:cNvCxnSpPr/>
            <p:nvPr/>
          </p:nvCxnSpPr>
          <p:spPr>
            <a:xfrm>
              <a:off x="8606000" y="289336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2" name="Google Shape;3862;p21"/>
            <p:cNvCxnSpPr/>
            <p:nvPr/>
          </p:nvCxnSpPr>
          <p:spPr>
            <a:xfrm>
              <a:off x="8606000" y="300057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3" name="Google Shape;3863;p21"/>
            <p:cNvCxnSpPr/>
            <p:nvPr/>
          </p:nvCxnSpPr>
          <p:spPr>
            <a:xfrm>
              <a:off x="8606000" y="2571750"/>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64" name="Google Shape;3864;p21"/>
            <p:cNvCxnSpPr/>
            <p:nvPr/>
          </p:nvCxnSpPr>
          <p:spPr>
            <a:xfrm>
              <a:off x="8606000" y="214292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5" name="Google Shape;3865;p21"/>
            <p:cNvCxnSpPr/>
            <p:nvPr/>
          </p:nvCxnSpPr>
          <p:spPr>
            <a:xfrm>
              <a:off x="8606000" y="2250134"/>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6" name="Google Shape;3866;p21"/>
            <p:cNvCxnSpPr/>
            <p:nvPr/>
          </p:nvCxnSpPr>
          <p:spPr>
            <a:xfrm>
              <a:off x="8606000" y="2357339"/>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7" name="Google Shape;3867;p21"/>
            <p:cNvCxnSpPr/>
            <p:nvPr/>
          </p:nvCxnSpPr>
          <p:spPr>
            <a:xfrm>
              <a:off x="8606000" y="246454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8" name="Google Shape;3868;p21"/>
            <p:cNvCxnSpPr/>
            <p:nvPr/>
          </p:nvCxnSpPr>
          <p:spPr>
            <a:xfrm>
              <a:off x="8606000" y="160690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69" name="Google Shape;3869;p21"/>
            <p:cNvCxnSpPr/>
            <p:nvPr/>
          </p:nvCxnSpPr>
          <p:spPr>
            <a:xfrm>
              <a:off x="8606000" y="171410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0" name="Google Shape;3870;p21"/>
            <p:cNvCxnSpPr/>
            <p:nvPr/>
          </p:nvCxnSpPr>
          <p:spPr>
            <a:xfrm>
              <a:off x="8606000" y="1821313"/>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1" name="Google Shape;3871;p21"/>
            <p:cNvCxnSpPr/>
            <p:nvPr/>
          </p:nvCxnSpPr>
          <p:spPr>
            <a:xfrm>
              <a:off x="8606000" y="1928518"/>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2" name="Google Shape;3872;p21"/>
            <p:cNvCxnSpPr/>
            <p:nvPr/>
          </p:nvCxnSpPr>
          <p:spPr>
            <a:xfrm>
              <a:off x="8606000" y="1499697"/>
              <a:ext cx="538500" cy="0"/>
            </a:xfrm>
            <a:prstGeom prst="straightConnector1">
              <a:avLst/>
            </a:prstGeom>
            <a:noFill/>
            <a:ln w="19050" cap="flat" cmpd="sng">
              <a:solidFill>
                <a:schemeClr val="dk2"/>
              </a:solidFill>
              <a:prstDash val="solid"/>
              <a:round/>
              <a:headEnd type="none" w="med" len="med"/>
              <a:tailEnd type="none" w="med" len="med"/>
            </a:ln>
          </p:spPr>
        </p:cxnSp>
        <p:cxnSp>
          <p:nvCxnSpPr>
            <p:cNvPr id="3873" name="Google Shape;3873;p21"/>
            <p:cNvCxnSpPr/>
            <p:nvPr/>
          </p:nvCxnSpPr>
          <p:spPr>
            <a:xfrm>
              <a:off x="8606000" y="1070876"/>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4" name="Google Shape;3874;p21"/>
            <p:cNvCxnSpPr/>
            <p:nvPr/>
          </p:nvCxnSpPr>
          <p:spPr>
            <a:xfrm>
              <a:off x="8606000" y="117808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5" name="Google Shape;3875;p21"/>
            <p:cNvCxnSpPr/>
            <p:nvPr/>
          </p:nvCxnSpPr>
          <p:spPr>
            <a:xfrm>
              <a:off x="8606000" y="1285287"/>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6" name="Google Shape;3876;p21"/>
            <p:cNvCxnSpPr/>
            <p:nvPr/>
          </p:nvCxnSpPr>
          <p:spPr>
            <a:xfrm>
              <a:off x="8606000" y="1392492"/>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7" name="Google Shape;3877;p21"/>
            <p:cNvCxnSpPr/>
            <p:nvPr/>
          </p:nvCxnSpPr>
          <p:spPr>
            <a:xfrm>
              <a:off x="8606000" y="534850"/>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8" name="Google Shape;3878;p21"/>
            <p:cNvCxnSpPr/>
            <p:nvPr/>
          </p:nvCxnSpPr>
          <p:spPr>
            <a:xfrm>
              <a:off x="8606000" y="642055"/>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79" name="Google Shape;3879;p21"/>
            <p:cNvCxnSpPr/>
            <p:nvPr/>
          </p:nvCxnSpPr>
          <p:spPr>
            <a:xfrm>
              <a:off x="8606000" y="749261"/>
              <a:ext cx="538500" cy="0"/>
            </a:xfrm>
            <a:prstGeom prst="straightConnector1">
              <a:avLst/>
            </a:prstGeom>
            <a:noFill/>
            <a:ln w="9525" cap="flat" cmpd="sng">
              <a:solidFill>
                <a:schemeClr val="dk2"/>
              </a:solidFill>
              <a:prstDash val="solid"/>
              <a:round/>
              <a:headEnd type="none" w="med" len="med"/>
              <a:tailEnd type="none" w="med" len="med"/>
            </a:ln>
          </p:spPr>
        </p:cxnSp>
        <p:cxnSp>
          <p:nvCxnSpPr>
            <p:cNvPr id="3880" name="Google Shape;3880;p21"/>
            <p:cNvCxnSpPr/>
            <p:nvPr/>
          </p:nvCxnSpPr>
          <p:spPr>
            <a:xfrm>
              <a:off x="8606000" y="856466"/>
              <a:ext cx="538500" cy="0"/>
            </a:xfrm>
            <a:prstGeom prst="straightConnector1">
              <a:avLst/>
            </a:prstGeom>
            <a:noFill/>
            <a:ln w="9525" cap="flat" cmpd="sng">
              <a:solidFill>
                <a:schemeClr val="dk2"/>
              </a:solidFill>
              <a:prstDash val="solid"/>
              <a:round/>
              <a:headEnd type="none" w="med" len="med"/>
              <a:tailEnd type="none" w="med" len="med"/>
            </a:ln>
          </p:spPr>
        </p:cxnSp>
      </p:grpSp>
      <p:sp>
        <p:nvSpPr>
          <p:cNvPr id="3881" name="Google Shape;3881;p21"/>
          <p:cNvSpPr/>
          <p:nvPr/>
        </p:nvSpPr>
        <p:spPr>
          <a:xfrm>
            <a:off x="501450" y="391050"/>
            <a:ext cx="8141100" cy="4361400"/>
          </a:xfrm>
          <a:prstGeom prst="rect">
            <a:avLst/>
          </a:prstGeom>
          <a:solidFill>
            <a:schemeClr val="lt1"/>
          </a:solidFill>
          <a:ln w="9525"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5_1">
    <p:spTree>
      <p:nvGrpSpPr>
        <p:cNvPr id="1" name="Shape 3882"/>
        <p:cNvGrpSpPr/>
        <p:nvPr/>
      </p:nvGrpSpPr>
      <p:grpSpPr>
        <a:xfrm>
          <a:off x="0" y="0"/>
          <a:ext cx="0" cy="0"/>
          <a:chOff x="0" y="0"/>
          <a:chExt cx="0" cy="0"/>
        </a:xfrm>
      </p:grpSpPr>
      <p:grpSp>
        <p:nvGrpSpPr>
          <p:cNvPr id="3883" name="Google Shape;3883;p22"/>
          <p:cNvGrpSpPr/>
          <p:nvPr/>
        </p:nvGrpSpPr>
        <p:grpSpPr>
          <a:xfrm>
            <a:off x="538400" y="963175"/>
            <a:ext cx="8067400" cy="3751975"/>
            <a:chOff x="538400" y="963175"/>
            <a:chExt cx="8067400" cy="3751975"/>
          </a:xfrm>
        </p:grpSpPr>
        <p:cxnSp>
          <p:nvCxnSpPr>
            <p:cNvPr id="3884" name="Google Shape;3884;p22"/>
            <p:cNvCxnSpPr/>
            <p:nvPr/>
          </p:nvCxnSpPr>
          <p:spPr>
            <a:xfrm>
              <a:off x="538500" y="417982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885" name="Google Shape;3885;p22"/>
            <p:cNvCxnSpPr/>
            <p:nvPr/>
          </p:nvCxnSpPr>
          <p:spPr>
            <a:xfrm>
              <a:off x="538500" y="3107768"/>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886" name="Google Shape;3886;p22"/>
            <p:cNvCxnSpPr/>
            <p:nvPr/>
          </p:nvCxnSpPr>
          <p:spPr>
            <a:xfrm>
              <a:off x="538500" y="2035712"/>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887" name="Google Shape;3887;p22"/>
            <p:cNvCxnSpPr/>
            <p:nvPr/>
          </p:nvCxnSpPr>
          <p:spPr>
            <a:xfrm>
              <a:off x="538500" y="428703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88" name="Google Shape;3888;p22"/>
            <p:cNvCxnSpPr/>
            <p:nvPr/>
          </p:nvCxnSpPr>
          <p:spPr>
            <a:xfrm>
              <a:off x="538500" y="439423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89" name="Google Shape;3889;p22"/>
            <p:cNvCxnSpPr/>
            <p:nvPr/>
          </p:nvCxnSpPr>
          <p:spPr>
            <a:xfrm>
              <a:off x="538500" y="450144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0" name="Google Shape;3890;p22"/>
            <p:cNvCxnSpPr/>
            <p:nvPr/>
          </p:nvCxnSpPr>
          <p:spPr>
            <a:xfrm>
              <a:off x="538500" y="46086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1" name="Google Shape;3891;p22"/>
            <p:cNvCxnSpPr/>
            <p:nvPr/>
          </p:nvCxnSpPr>
          <p:spPr>
            <a:xfrm>
              <a:off x="538500" y="375100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2" name="Google Shape;3892;p22"/>
            <p:cNvCxnSpPr/>
            <p:nvPr/>
          </p:nvCxnSpPr>
          <p:spPr>
            <a:xfrm>
              <a:off x="538500" y="38582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3" name="Google Shape;3893;p22"/>
            <p:cNvCxnSpPr/>
            <p:nvPr/>
          </p:nvCxnSpPr>
          <p:spPr>
            <a:xfrm>
              <a:off x="538500" y="396541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4" name="Google Shape;3894;p22"/>
            <p:cNvCxnSpPr/>
            <p:nvPr/>
          </p:nvCxnSpPr>
          <p:spPr>
            <a:xfrm>
              <a:off x="538500" y="40726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5" name="Google Shape;3895;p22"/>
            <p:cNvCxnSpPr/>
            <p:nvPr/>
          </p:nvCxnSpPr>
          <p:spPr>
            <a:xfrm>
              <a:off x="538500" y="3643796"/>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896" name="Google Shape;3896;p22"/>
            <p:cNvCxnSpPr/>
            <p:nvPr/>
          </p:nvCxnSpPr>
          <p:spPr>
            <a:xfrm>
              <a:off x="538500" y="321497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7" name="Google Shape;3897;p22"/>
            <p:cNvCxnSpPr/>
            <p:nvPr/>
          </p:nvCxnSpPr>
          <p:spPr>
            <a:xfrm>
              <a:off x="538500" y="33221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8" name="Google Shape;3898;p22"/>
            <p:cNvCxnSpPr/>
            <p:nvPr/>
          </p:nvCxnSpPr>
          <p:spPr>
            <a:xfrm>
              <a:off x="538500" y="342938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899" name="Google Shape;3899;p22"/>
            <p:cNvCxnSpPr/>
            <p:nvPr/>
          </p:nvCxnSpPr>
          <p:spPr>
            <a:xfrm>
              <a:off x="538500" y="35365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0" name="Google Shape;3900;p22"/>
            <p:cNvCxnSpPr/>
            <p:nvPr/>
          </p:nvCxnSpPr>
          <p:spPr>
            <a:xfrm>
              <a:off x="538500" y="2678946"/>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1" name="Google Shape;3901;p22"/>
            <p:cNvCxnSpPr/>
            <p:nvPr/>
          </p:nvCxnSpPr>
          <p:spPr>
            <a:xfrm>
              <a:off x="538500" y="278615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2" name="Google Shape;3902;p22"/>
            <p:cNvCxnSpPr/>
            <p:nvPr/>
          </p:nvCxnSpPr>
          <p:spPr>
            <a:xfrm>
              <a:off x="538500" y="289335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3" name="Google Shape;3903;p22"/>
            <p:cNvCxnSpPr/>
            <p:nvPr/>
          </p:nvCxnSpPr>
          <p:spPr>
            <a:xfrm>
              <a:off x="538500" y="30005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4" name="Google Shape;3904;p22"/>
            <p:cNvCxnSpPr/>
            <p:nvPr/>
          </p:nvCxnSpPr>
          <p:spPr>
            <a:xfrm>
              <a:off x="538500" y="2571740"/>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905" name="Google Shape;3905;p22"/>
            <p:cNvCxnSpPr/>
            <p:nvPr/>
          </p:nvCxnSpPr>
          <p:spPr>
            <a:xfrm>
              <a:off x="538500" y="2142918"/>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6" name="Google Shape;3906;p22"/>
            <p:cNvCxnSpPr/>
            <p:nvPr/>
          </p:nvCxnSpPr>
          <p:spPr>
            <a:xfrm>
              <a:off x="538500" y="225012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7" name="Google Shape;3907;p22"/>
            <p:cNvCxnSpPr/>
            <p:nvPr/>
          </p:nvCxnSpPr>
          <p:spPr>
            <a:xfrm>
              <a:off x="538500" y="235732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8" name="Google Shape;3908;p22"/>
            <p:cNvCxnSpPr/>
            <p:nvPr/>
          </p:nvCxnSpPr>
          <p:spPr>
            <a:xfrm>
              <a:off x="538500" y="2464534"/>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09" name="Google Shape;3909;p22"/>
            <p:cNvCxnSpPr/>
            <p:nvPr/>
          </p:nvCxnSpPr>
          <p:spPr>
            <a:xfrm>
              <a:off x="538500" y="1606890"/>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0" name="Google Shape;3910;p22"/>
            <p:cNvCxnSpPr/>
            <p:nvPr/>
          </p:nvCxnSpPr>
          <p:spPr>
            <a:xfrm>
              <a:off x="538500" y="1714095"/>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1" name="Google Shape;3911;p22"/>
            <p:cNvCxnSpPr/>
            <p:nvPr/>
          </p:nvCxnSpPr>
          <p:spPr>
            <a:xfrm>
              <a:off x="538500" y="1821301"/>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2" name="Google Shape;3912;p22"/>
            <p:cNvCxnSpPr/>
            <p:nvPr/>
          </p:nvCxnSpPr>
          <p:spPr>
            <a:xfrm>
              <a:off x="538500" y="192850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3" name="Google Shape;3913;p22"/>
            <p:cNvCxnSpPr/>
            <p:nvPr/>
          </p:nvCxnSpPr>
          <p:spPr>
            <a:xfrm>
              <a:off x="538500" y="1499684"/>
              <a:ext cx="8067300" cy="0"/>
            </a:xfrm>
            <a:prstGeom prst="straightConnector1">
              <a:avLst/>
            </a:prstGeom>
            <a:noFill/>
            <a:ln w="19050" cap="flat" cmpd="sng">
              <a:solidFill>
                <a:schemeClr val="dk2"/>
              </a:solidFill>
              <a:prstDash val="solid"/>
              <a:round/>
              <a:headEnd type="none" w="med" len="med"/>
              <a:tailEnd type="none" w="med" len="med"/>
            </a:ln>
          </p:spPr>
        </p:cxnSp>
        <p:cxnSp>
          <p:nvCxnSpPr>
            <p:cNvPr id="3914" name="Google Shape;3914;p22"/>
            <p:cNvCxnSpPr/>
            <p:nvPr/>
          </p:nvCxnSpPr>
          <p:spPr>
            <a:xfrm>
              <a:off x="538500" y="1070862"/>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5" name="Google Shape;3915;p22"/>
            <p:cNvCxnSpPr/>
            <p:nvPr/>
          </p:nvCxnSpPr>
          <p:spPr>
            <a:xfrm>
              <a:off x="538500" y="1178067"/>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6" name="Google Shape;3916;p22"/>
            <p:cNvCxnSpPr/>
            <p:nvPr/>
          </p:nvCxnSpPr>
          <p:spPr>
            <a:xfrm>
              <a:off x="538500" y="1285273"/>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7" name="Google Shape;3917;p22"/>
            <p:cNvCxnSpPr/>
            <p:nvPr/>
          </p:nvCxnSpPr>
          <p:spPr>
            <a:xfrm>
              <a:off x="538500" y="1392479"/>
              <a:ext cx="8067300" cy="0"/>
            </a:xfrm>
            <a:prstGeom prst="straightConnector1">
              <a:avLst/>
            </a:prstGeom>
            <a:noFill/>
            <a:ln w="9525" cap="flat" cmpd="sng">
              <a:solidFill>
                <a:schemeClr val="dk2"/>
              </a:solidFill>
              <a:prstDash val="solid"/>
              <a:round/>
              <a:headEnd type="none" w="med" len="med"/>
              <a:tailEnd type="none" w="med" len="med"/>
            </a:ln>
          </p:spPr>
        </p:cxnSp>
        <p:cxnSp>
          <p:nvCxnSpPr>
            <p:cNvPr id="3918" name="Google Shape;3918;p22"/>
            <p:cNvCxnSpPr/>
            <p:nvPr/>
          </p:nvCxnSpPr>
          <p:spPr>
            <a:xfrm>
              <a:off x="64595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19" name="Google Shape;3919;p22"/>
            <p:cNvCxnSpPr/>
            <p:nvPr/>
          </p:nvCxnSpPr>
          <p:spPr>
            <a:xfrm>
              <a:off x="75351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0" name="Google Shape;3920;p22"/>
            <p:cNvCxnSpPr/>
            <p:nvPr/>
          </p:nvCxnSpPr>
          <p:spPr>
            <a:xfrm>
              <a:off x="8610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1" name="Google Shape;3921;p22"/>
            <p:cNvCxnSpPr/>
            <p:nvPr/>
          </p:nvCxnSpPr>
          <p:spPr>
            <a:xfrm>
              <a:off x="96864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2" name="Google Shape;3922;p22"/>
            <p:cNvCxnSpPr/>
            <p:nvPr/>
          </p:nvCxnSpPr>
          <p:spPr>
            <a:xfrm>
              <a:off x="1076203"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23" name="Google Shape;3923;p22"/>
            <p:cNvCxnSpPr/>
            <p:nvPr/>
          </p:nvCxnSpPr>
          <p:spPr>
            <a:xfrm>
              <a:off x="11837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4" name="Google Shape;3924;p22"/>
            <p:cNvCxnSpPr/>
            <p:nvPr/>
          </p:nvCxnSpPr>
          <p:spPr>
            <a:xfrm>
              <a:off x="129133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5" name="Google Shape;3925;p22"/>
            <p:cNvCxnSpPr/>
            <p:nvPr/>
          </p:nvCxnSpPr>
          <p:spPr>
            <a:xfrm>
              <a:off x="1398893"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6" name="Google Shape;3926;p22"/>
            <p:cNvCxnSpPr/>
            <p:nvPr/>
          </p:nvCxnSpPr>
          <p:spPr>
            <a:xfrm>
              <a:off x="150645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7" name="Google Shape;3927;p22"/>
            <p:cNvCxnSpPr/>
            <p:nvPr/>
          </p:nvCxnSpPr>
          <p:spPr>
            <a:xfrm>
              <a:off x="1614020"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28" name="Google Shape;3928;p22"/>
            <p:cNvCxnSpPr/>
            <p:nvPr/>
          </p:nvCxnSpPr>
          <p:spPr>
            <a:xfrm>
              <a:off x="17215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29" name="Google Shape;3929;p22"/>
            <p:cNvCxnSpPr/>
            <p:nvPr/>
          </p:nvCxnSpPr>
          <p:spPr>
            <a:xfrm>
              <a:off x="182914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0" name="Google Shape;3930;p22"/>
            <p:cNvCxnSpPr/>
            <p:nvPr/>
          </p:nvCxnSpPr>
          <p:spPr>
            <a:xfrm>
              <a:off x="193671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1" name="Google Shape;3931;p22"/>
            <p:cNvCxnSpPr/>
            <p:nvPr/>
          </p:nvCxnSpPr>
          <p:spPr>
            <a:xfrm>
              <a:off x="20442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2" name="Google Shape;3932;p22"/>
            <p:cNvCxnSpPr/>
            <p:nvPr/>
          </p:nvCxnSpPr>
          <p:spPr>
            <a:xfrm>
              <a:off x="215183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33" name="Google Shape;3933;p22"/>
            <p:cNvCxnSpPr/>
            <p:nvPr/>
          </p:nvCxnSpPr>
          <p:spPr>
            <a:xfrm>
              <a:off x="225940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4" name="Google Shape;3934;p22"/>
            <p:cNvCxnSpPr/>
            <p:nvPr/>
          </p:nvCxnSpPr>
          <p:spPr>
            <a:xfrm>
              <a:off x="23669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5" name="Google Shape;3935;p22"/>
            <p:cNvCxnSpPr/>
            <p:nvPr/>
          </p:nvCxnSpPr>
          <p:spPr>
            <a:xfrm>
              <a:off x="247452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6" name="Google Shape;3936;p22"/>
            <p:cNvCxnSpPr/>
            <p:nvPr/>
          </p:nvCxnSpPr>
          <p:spPr>
            <a:xfrm>
              <a:off x="258209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7" name="Google Shape;3937;p22"/>
            <p:cNvCxnSpPr/>
            <p:nvPr/>
          </p:nvCxnSpPr>
          <p:spPr>
            <a:xfrm>
              <a:off x="26896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38" name="Google Shape;3938;p22"/>
            <p:cNvCxnSpPr/>
            <p:nvPr/>
          </p:nvCxnSpPr>
          <p:spPr>
            <a:xfrm>
              <a:off x="279721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39" name="Google Shape;3939;p22"/>
            <p:cNvCxnSpPr/>
            <p:nvPr/>
          </p:nvCxnSpPr>
          <p:spPr>
            <a:xfrm>
              <a:off x="2904780"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0" name="Google Shape;3940;p22"/>
            <p:cNvCxnSpPr/>
            <p:nvPr/>
          </p:nvCxnSpPr>
          <p:spPr>
            <a:xfrm>
              <a:off x="301234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1" name="Google Shape;3941;p22"/>
            <p:cNvCxnSpPr/>
            <p:nvPr/>
          </p:nvCxnSpPr>
          <p:spPr>
            <a:xfrm>
              <a:off x="311990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2" name="Google Shape;3942;p22"/>
            <p:cNvCxnSpPr/>
            <p:nvPr/>
          </p:nvCxnSpPr>
          <p:spPr>
            <a:xfrm>
              <a:off x="32274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43" name="Google Shape;3943;p22"/>
            <p:cNvCxnSpPr/>
            <p:nvPr/>
          </p:nvCxnSpPr>
          <p:spPr>
            <a:xfrm>
              <a:off x="333503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4" name="Google Shape;3944;p22"/>
            <p:cNvCxnSpPr/>
            <p:nvPr/>
          </p:nvCxnSpPr>
          <p:spPr>
            <a:xfrm>
              <a:off x="344259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5" name="Google Shape;3945;p22"/>
            <p:cNvCxnSpPr/>
            <p:nvPr/>
          </p:nvCxnSpPr>
          <p:spPr>
            <a:xfrm>
              <a:off x="35501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6" name="Google Shape;3946;p22"/>
            <p:cNvCxnSpPr/>
            <p:nvPr/>
          </p:nvCxnSpPr>
          <p:spPr>
            <a:xfrm>
              <a:off x="365772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7" name="Google Shape;3947;p22"/>
            <p:cNvCxnSpPr/>
            <p:nvPr/>
          </p:nvCxnSpPr>
          <p:spPr>
            <a:xfrm>
              <a:off x="3765287"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48" name="Google Shape;3948;p22"/>
            <p:cNvCxnSpPr/>
            <p:nvPr/>
          </p:nvCxnSpPr>
          <p:spPr>
            <a:xfrm>
              <a:off x="38728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49" name="Google Shape;3949;p22"/>
            <p:cNvCxnSpPr/>
            <p:nvPr/>
          </p:nvCxnSpPr>
          <p:spPr>
            <a:xfrm>
              <a:off x="398041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0" name="Google Shape;3950;p22"/>
            <p:cNvCxnSpPr/>
            <p:nvPr/>
          </p:nvCxnSpPr>
          <p:spPr>
            <a:xfrm>
              <a:off x="408797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1" name="Google Shape;3951;p22"/>
            <p:cNvCxnSpPr/>
            <p:nvPr/>
          </p:nvCxnSpPr>
          <p:spPr>
            <a:xfrm>
              <a:off x="41955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2" name="Google Shape;3952;p22"/>
            <p:cNvCxnSpPr/>
            <p:nvPr/>
          </p:nvCxnSpPr>
          <p:spPr>
            <a:xfrm>
              <a:off x="430310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53" name="Google Shape;3953;p22"/>
            <p:cNvCxnSpPr/>
            <p:nvPr/>
          </p:nvCxnSpPr>
          <p:spPr>
            <a:xfrm>
              <a:off x="4410667"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4" name="Google Shape;3954;p22"/>
            <p:cNvCxnSpPr/>
            <p:nvPr/>
          </p:nvCxnSpPr>
          <p:spPr>
            <a:xfrm>
              <a:off x="451823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5" name="Google Shape;3955;p22"/>
            <p:cNvCxnSpPr/>
            <p:nvPr/>
          </p:nvCxnSpPr>
          <p:spPr>
            <a:xfrm>
              <a:off x="462579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6" name="Google Shape;3956;p22"/>
            <p:cNvCxnSpPr/>
            <p:nvPr/>
          </p:nvCxnSpPr>
          <p:spPr>
            <a:xfrm>
              <a:off x="473335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7" name="Google Shape;3957;p22"/>
            <p:cNvCxnSpPr/>
            <p:nvPr/>
          </p:nvCxnSpPr>
          <p:spPr>
            <a:xfrm>
              <a:off x="484092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58" name="Google Shape;3958;p22"/>
            <p:cNvCxnSpPr/>
            <p:nvPr/>
          </p:nvCxnSpPr>
          <p:spPr>
            <a:xfrm>
              <a:off x="494848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59" name="Google Shape;3959;p22"/>
            <p:cNvCxnSpPr/>
            <p:nvPr/>
          </p:nvCxnSpPr>
          <p:spPr>
            <a:xfrm>
              <a:off x="505604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0" name="Google Shape;3960;p22"/>
            <p:cNvCxnSpPr/>
            <p:nvPr/>
          </p:nvCxnSpPr>
          <p:spPr>
            <a:xfrm>
              <a:off x="516361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1" name="Google Shape;3961;p22"/>
            <p:cNvCxnSpPr/>
            <p:nvPr/>
          </p:nvCxnSpPr>
          <p:spPr>
            <a:xfrm>
              <a:off x="527117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2" name="Google Shape;3962;p22"/>
            <p:cNvCxnSpPr/>
            <p:nvPr/>
          </p:nvCxnSpPr>
          <p:spPr>
            <a:xfrm>
              <a:off x="537873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63" name="Google Shape;3963;p22"/>
            <p:cNvCxnSpPr/>
            <p:nvPr/>
          </p:nvCxnSpPr>
          <p:spPr>
            <a:xfrm>
              <a:off x="602411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4" name="Google Shape;3964;p22"/>
            <p:cNvCxnSpPr/>
            <p:nvPr/>
          </p:nvCxnSpPr>
          <p:spPr>
            <a:xfrm>
              <a:off x="613168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5" name="Google Shape;3965;p22"/>
            <p:cNvCxnSpPr/>
            <p:nvPr/>
          </p:nvCxnSpPr>
          <p:spPr>
            <a:xfrm>
              <a:off x="623924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6" name="Google Shape;3966;p22"/>
            <p:cNvCxnSpPr/>
            <p:nvPr/>
          </p:nvCxnSpPr>
          <p:spPr>
            <a:xfrm>
              <a:off x="634680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7" name="Google Shape;3967;p22"/>
            <p:cNvCxnSpPr/>
            <p:nvPr/>
          </p:nvCxnSpPr>
          <p:spPr>
            <a:xfrm>
              <a:off x="6454371"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68" name="Google Shape;3968;p22"/>
            <p:cNvCxnSpPr/>
            <p:nvPr/>
          </p:nvCxnSpPr>
          <p:spPr>
            <a:xfrm>
              <a:off x="656193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69" name="Google Shape;3969;p22"/>
            <p:cNvCxnSpPr/>
            <p:nvPr/>
          </p:nvCxnSpPr>
          <p:spPr>
            <a:xfrm>
              <a:off x="666949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0" name="Google Shape;3970;p22"/>
            <p:cNvCxnSpPr/>
            <p:nvPr/>
          </p:nvCxnSpPr>
          <p:spPr>
            <a:xfrm>
              <a:off x="677706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1" name="Google Shape;3971;p22"/>
            <p:cNvCxnSpPr/>
            <p:nvPr/>
          </p:nvCxnSpPr>
          <p:spPr>
            <a:xfrm>
              <a:off x="688462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2" name="Google Shape;3972;p22"/>
            <p:cNvCxnSpPr/>
            <p:nvPr/>
          </p:nvCxnSpPr>
          <p:spPr>
            <a:xfrm>
              <a:off x="548630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3" name="Google Shape;3973;p22"/>
            <p:cNvCxnSpPr/>
            <p:nvPr/>
          </p:nvCxnSpPr>
          <p:spPr>
            <a:xfrm>
              <a:off x="5593864"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4" name="Google Shape;3974;p22"/>
            <p:cNvCxnSpPr/>
            <p:nvPr/>
          </p:nvCxnSpPr>
          <p:spPr>
            <a:xfrm>
              <a:off x="570142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5" name="Google Shape;3975;p22"/>
            <p:cNvCxnSpPr/>
            <p:nvPr/>
          </p:nvCxnSpPr>
          <p:spPr>
            <a:xfrm>
              <a:off x="580899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6" name="Google Shape;3976;p22"/>
            <p:cNvCxnSpPr/>
            <p:nvPr/>
          </p:nvCxnSpPr>
          <p:spPr>
            <a:xfrm>
              <a:off x="5916554"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77" name="Google Shape;3977;p22"/>
            <p:cNvCxnSpPr/>
            <p:nvPr/>
          </p:nvCxnSpPr>
          <p:spPr>
            <a:xfrm>
              <a:off x="709975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78" name="Google Shape;3978;p22"/>
            <p:cNvCxnSpPr/>
            <p:nvPr/>
          </p:nvCxnSpPr>
          <p:spPr>
            <a:xfrm>
              <a:off x="6992188" y="970507"/>
              <a:ext cx="0" cy="3744300"/>
            </a:xfrm>
            <a:prstGeom prst="straightConnector1">
              <a:avLst/>
            </a:prstGeom>
            <a:noFill/>
            <a:ln w="19050" cap="flat" cmpd="sng">
              <a:solidFill>
                <a:schemeClr val="dk2"/>
              </a:solidFill>
              <a:prstDash val="solid"/>
              <a:round/>
              <a:headEnd type="none" w="med" len="med"/>
              <a:tailEnd type="none" w="med" len="med"/>
            </a:ln>
          </p:spPr>
        </p:cxnSp>
        <p:cxnSp>
          <p:nvCxnSpPr>
            <p:cNvPr id="3979" name="Google Shape;3979;p22"/>
            <p:cNvCxnSpPr/>
            <p:nvPr/>
          </p:nvCxnSpPr>
          <p:spPr>
            <a:xfrm>
              <a:off x="7207315"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80" name="Google Shape;3980;p22"/>
            <p:cNvCxnSpPr/>
            <p:nvPr/>
          </p:nvCxnSpPr>
          <p:spPr>
            <a:xfrm>
              <a:off x="7314878"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81" name="Google Shape;3981;p22"/>
            <p:cNvCxnSpPr/>
            <p:nvPr/>
          </p:nvCxnSpPr>
          <p:spPr>
            <a:xfrm>
              <a:off x="7422441" y="970507"/>
              <a:ext cx="0" cy="3744300"/>
            </a:xfrm>
            <a:prstGeom prst="straightConnector1">
              <a:avLst/>
            </a:prstGeom>
            <a:noFill/>
            <a:ln w="9525" cap="flat" cmpd="sng">
              <a:solidFill>
                <a:schemeClr val="dk2"/>
              </a:solidFill>
              <a:prstDash val="solid"/>
              <a:round/>
              <a:headEnd type="none" w="med" len="med"/>
              <a:tailEnd type="none" w="med" len="med"/>
            </a:ln>
          </p:spPr>
        </p:cxnSp>
        <p:cxnSp>
          <p:nvCxnSpPr>
            <p:cNvPr id="3982" name="Google Shape;3982;p22"/>
            <p:cNvCxnSpPr/>
            <p:nvPr/>
          </p:nvCxnSpPr>
          <p:spPr>
            <a:xfrm>
              <a:off x="763756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83" name="Google Shape;3983;p22"/>
            <p:cNvCxnSpPr/>
            <p:nvPr/>
          </p:nvCxnSpPr>
          <p:spPr>
            <a:xfrm>
              <a:off x="774513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84" name="Google Shape;3984;p22"/>
            <p:cNvCxnSpPr/>
            <p:nvPr/>
          </p:nvCxnSpPr>
          <p:spPr>
            <a:xfrm>
              <a:off x="785269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85" name="Google Shape;3985;p22"/>
            <p:cNvCxnSpPr/>
            <p:nvPr/>
          </p:nvCxnSpPr>
          <p:spPr>
            <a:xfrm>
              <a:off x="796025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86" name="Google Shape;3986;p22"/>
            <p:cNvCxnSpPr/>
            <p:nvPr/>
          </p:nvCxnSpPr>
          <p:spPr>
            <a:xfrm>
              <a:off x="8067822" y="963175"/>
              <a:ext cx="0" cy="3749100"/>
            </a:xfrm>
            <a:prstGeom prst="straightConnector1">
              <a:avLst/>
            </a:prstGeom>
            <a:noFill/>
            <a:ln w="19050" cap="flat" cmpd="sng">
              <a:solidFill>
                <a:schemeClr val="dk2"/>
              </a:solidFill>
              <a:prstDash val="solid"/>
              <a:round/>
              <a:headEnd type="none" w="med" len="med"/>
              <a:tailEnd type="none" w="med" len="med"/>
            </a:ln>
          </p:spPr>
        </p:cxnSp>
        <p:cxnSp>
          <p:nvCxnSpPr>
            <p:cNvPr id="3987" name="Google Shape;3987;p22"/>
            <p:cNvCxnSpPr/>
            <p:nvPr/>
          </p:nvCxnSpPr>
          <p:spPr>
            <a:xfrm>
              <a:off x="817538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88" name="Google Shape;3988;p22"/>
            <p:cNvCxnSpPr/>
            <p:nvPr/>
          </p:nvCxnSpPr>
          <p:spPr>
            <a:xfrm>
              <a:off x="8282948"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89" name="Google Shape;3989;p22"/>
            <p:cNvCxnSpPr/>
            <p:nvPr/>
          </p:nvCxnSpPr>
          <p:spPr>
            <a:xfrm>
              <a:off x="8390512"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90" name="Google Shape;3990;p22"/>
            <p:cNvCxnSpPr/>
            <p:nvPr/>
          </p:nvCxnSpPr>
          <p:spPr>
            <a:xfrm>
              <a:off x="8498075" y="963175"/>
              <a:ext cx="0" cy="3749100"/>
            </a:xfrm>
            <a:prstGeom prst="straightConnector1">
              <a:avLst/>
            </a:prstGeom>
            <a:noFill/>
            <a:ln w="9525" cap="flat" cmpd="sng">
              <a:solidFill>
                <a:schemeClr val="dk2"/>
              </a:solidFill>
              <a:prstDash val="solid"/>
              <a:round/>
              <a:headEnd type="none" w="med" len="med"/>
              <a:tailEnd type="none" w="med" len="med"/>
            </a:ln>
          </p:spPr>
        </p:cxnSp>
        <p:cxnSp>
          <p:nvCxnSpPr>
            <p:cNvPr id="3991" name="Google Shape;3991;p22"/>
            <p:cNvCxnSpPr/>
            <p:nvPr/>
          </p:nvCxnSpPr>
          <p:spPr>
            <a:xfrm>
              <a:off x="7530005" y="969523"/>
              <a:ext cx="0" cy="3744300"/>
            </a:xfrm>
            <a:prstGeom prst="straightConnector1">
              <a:avLst/>
            </a:prstGeom>
            <a:noFill/>
            <a:ln w="19050" cap="flat" cmpd="sng">
              <a:solidFill>
                <a:schemeClr val="dk2"/>
              </a:solidFill>
              <a:prstDash val="solid"/>
              <a:round/>
              <a:headEnd type="none" w="med" len="med"/>
              <a:tailEnd type="none" w="med" len="med"/>
            </a:ln>
          </p:spPr>
        </p:cxnSp>
        <p:sp>
          <p:nvSpPr>
            <p:cNvPr id="3992" name="Google Shape;3992;p22"/>
            <p:cNvSpPr/>
            <p:nvPr/>
          </p:nvSpPr>
          <p:spPr>
            <a:xfrm>
              <a:off x="538400" y="963650"/>
              <a:ext cx="8067300" cy="3751500"/>
            </a:xfrm>
            <a:prstGeom prst="rect">
              <a:avLst/>
            </a:prstGeom>
            <a:no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27625"/>
            <a:ext cx="7717500" cy="4623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Clr>
                <a:schemeClr val="dk1"/>
              </a:buClr>
              <a:buSzPts val="2800"/>
              <a:buFont typeface="Lexend Tera"/>
              <a:buNone/>
              <a:defRPr sz="2800" b="1">
                <a:solidFill>
                  <a:schemeClr val="dk1"/>
                </a:solidFill>
                <a:latin typeface="Lexend Tera"/>
                <a:ea typeface="Lexend Tera"/>
                <a:cs typeface="Lexend Tera"/>
                <a:sym typeface="Lexend Tera"/>
              </a:defRPr>
            </a:lvl1pPr>
            <a:lvl2pPr lvl="1">
              <a:lnSpc>
                <a:spcPct val="100000"/>
              </a:lnSpc>
              <a:spcBef>
                <a:spcPts val="0"/>
              </a:spcBef>
              <a:spcAft>
                <a:spcPts val="0"/>
              </a:spcAft>
              <a:buClr>
                <a:schemeClr val="dk1"/>
              </a:buClr>
              <a:buSzPts val="2800"/>
              <a:buNone/>
              <a:defRPr sz="2800" b="1">
                <a:solidFill>
                  <a:schemeClr val="dk1"/>
                </a:solidFill>
              </a:defRPr>
            </a:lvl2pPr>
            <a:lvl3pPr lvl="2">
              <a:lnSpc>
                <a:spcPct val="100000"/>
              </a:lnSpc>
              <a:spcBef>
                <a:spcPts val="0"/>
              </a:spcBef>
              <a:spcAft>
                <a:spcPts val="0"/>
              </a:spcAft>
              <a:buClr>
                <a:schemeClr val="dk1"/>
              </a:buClr>
              <a:buSzPts val="2800"/>
              <a:buNone/>
              <a:defRPr sz="2800" b="1">
                <a:solidFill>
                  <a:schemeClr val="dk1"/>
                </a:solidFill>
              </a:defRPr>
            </a:lvl3pPr>
            <a:lvl4pPr lvl="3">
              <a:lnSpc>
                <a:spcPct val="100000"/>
              </a:lnSpc>
              <a:spcBef>
                <a:spcPts val="0"/>
              </a:spcBef>
              <a:spcAft>
                <a:spcPts val="0"/>
              </a:spcAft>
              <a:buClr>
                <a:schemeClr val="dk1"/>
              </a:buClr>
              <a:buSzPts val="2800"/>
              <a:buNone/>
              <a:defRPr sz="2800" b="1">
                <a:solidFill>
                  <a:schemeClr val="dk1"/>
                </a:solidFill>
              </a:defRPr>
            </a:lvl4pPr>
            <a:lvl5pPr lvl="4">
              <a:lnSpc>
                <a:spcPct val="100000"/>
              </a:lnSpc>
              <a:spcBef>
                <a:spcPts val="0"/>
              </a:spcBef>
              <a:spcAft>
                <a:spcPts val="0"/>
              </a:spcAft>
              <a:buClr>
                <a:schemeClr val="dk1"/>
              </a:buClr>
              <a:buSzPts val="2800"/>
              <a:buNone/>
              <a:defRPr sz="2800" b="1">
                <a:solidFill>
                  <a:schemeClr val="dk1"/>
                </a:solidFill>
              </a:defRPr>
            </a:lvl5pPr>
            <a:lvl6pPr lvl="5">
              <a:lnSpc>
                <a:spcPct val="100000"/>
              </a:lnSpc>
              <a:spcBef>
                <a:spcPts val="0"/>
              </a:spcBef>
              <a:spcAft>
                <a:spcPts val="0"/>
              </a:spcAft>
              <a:buClr>
                <a:schemeClr val="dk1"/>
              </a:buClr>
              <a:buSzPts val="2800"/>
              <a:buNone/>
              <a:defRPr sz="2800" b="1">
                <a:solidFill>
                  <a:schemeClr val="dk1"/>
                </a:solidFill>
              </a:defRPr>
            </a:lvl6pPr>
            <a:lvl7pPr lvl="6">
              <a:lnSpc>
                <a:spcPct val="100000"/>
              </a:lnSpc>
              <a:spcBef>
                <a:spcPts val="0"/>
              </a:spcBef>
              <a:spcAft>
                <a:spcPts val="0"/>
              </a:spcAft>
              <a:buClr>
                <a:schemeClr val="dk1"/>
              </a:buClr>
              <a:buSzPts val="2800"/>
              <a:buNone/>
              <a:defRPr sz="2800" b="1">
                <a:solidFill>
                  <a:schemeClr val="dk1"/>
                </a:solidFill>
              </a:defRPr>
            </a:lvl7pPr>
            <a:lvl8pPr lvl="7">
              <a:lnSpc>
                <a:spcPct val="100000"/>
              </a:lnSpc>
              <a:spcBef>
                <a:spcPts val="0"/>
              </a:spcBef>
              <a:spcAft>
                <a:spcPts val="0"/>
              </a:spcAft>
              <a:buClr>
                <a:schemeClr val="dk1"/>
              </a:buClr>
              <a:buSzPts val="2800"/>
              <a:buNone/>
              <a:defRPr sz="2800" b="1">
                <a:solidFill>
                  <a:schemeClr val="dk1"/>
                </a:solidFill>
              </a:defRPr>
            </a:lvl8pPr>
            <a:lvl9pPr lvl="8">
              <a:lnSpc>
                <a:spcPct val="100000"/>
              </a:lnSpc>
              <a:spcBef>
                <a:spcPts val="0"/>
              </a:spcBef>
              <a:spcAft>
                <a:spcPts val="0"/>
              </a:spcAft>
              <a:buClr>
                <a:schemeClr val="dk1"/>
              </a:buClr>
              <a:buSzPts val="2800"/>
              <a:buNone/>
              <a:defRPr sz="2800" b="1">
                <a:solidFill>
                  <a:schemeClr val="dk1"/>
                </a:solidFill>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1pPr>
            <a:lvl2pPr marL="914400" lvl="1"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2pPr>
            <a:lvl3pPr marL="1371600" lvl="2"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3pPr>
            <a:lvl4pPr marL="1828800" lvl="3"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4pPr>
            <a:lvl5pPr marL="2286000" lvl="4"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5pPr>
            <a:lvl6pPr marL="2743200" lvl="5"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6pPr>
            <a:lvl7pPr marL="3200400" lvl="6"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7pPr>
            <a:lvl8pPr marL="3657600" lvl="7"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8pPr>
            <a:lvl9pPr marL="4114800" lvl="8" indent="-304800">
              <a:lnSpc>
                <a:spcPct val="100000"/>
              </a:lnSpc>
              <a:spcBef>
                <a:spcPts val="0"/>
              </a:spcBef>
              <a:spcAft>
                <a:spcPts val="0"/>
              </a:spcAft>
              <a:buClr>
                <a:schemeClr val="dk1"/>
              </a:buClr>
              <a:buSzPts val="1200"/>
              <a:buFont typeface="Roboto Mono"/>
              <a:buChar char="■"/>
              <a:defRPr sz="1200">
                <a:solidFill>
                  <a:schemeClr val="dk1"/>
                </a:solidFill>
                <a:latin typeface="Roboto Mono"/>
                <a:ea typeface="Roboto Mono"/>
                <a:cs typeface="Roboto Mono"/>
                <a:sym typeface="Roboto Mon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8" r:id="rId8"/>
    <p:sldLayoutId id="2147483659"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02"/>
        <p:cNvGrpSpPr/>
        <p:nvPr/>
      </p:nvGrpSpPr>
      <p:grpSpPr>
        <a:xfrm>
          <a:off x="0" y="0"/>
          <a:ext cx="0" cy="0"/>
          <a:chOff x="0" y="0"/>
          <a:chExt cx="0" cy="0"/>
        </a:xfrm>
      </p:grpSpPr>
      <p:sp>
        <p:nvSpPr>
          <p:cNvPr id="4003" name="Google Shape;4003;p26"/>
          <p:cNvSpPr txBox="1">
            <a:spLocks noGrp="1"/>
          </p:cNvSpPr>
          <p:nvPr>
            <p:ph type="title" idx="3"/>
          </p:nvPr>
        </p:nvSpPr>
        <p:spPr>
          <a:xfrm>
            <a:off x="7003450" y="4216250"/>
            <a:ext cx="1602300" cy="498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2026</a:t>
            </a:r>
            <a:endParaRPr dirty="0"/>
          </a:p>
        </p:txBody>
      </p:sp>
      <p:sp>
        <p:nvSpPr>
          <p:cNvPr id="4004" name="Google Shape;4004;p26"/>
          <p:cNvSpPr txBox="1">
            <a:spLocks noGrp="1"/>
          </p:cNvSpPr>
          <p:nvPr>
            <p:ph type="ctrTitle"/>
          </p:nvPr>
        </p:nvSpPr>
        <p:spPr>
          <a:xfrm>
            <a:off x="1128450" y="1024000"/>
            <a:ext cx="6887100" cy="1926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dirty="0">
                <a:latin typeface="Lexend Tera"/>
                <a:ea typeface="Lexend Tera"/>
                <a:cs typeface="Lexend Tera"/>
                <a:sym typeface="Lexend Tera"/>
              </a:rPr>
              <a:t>VEHICLE DAMAGE DETECTOR</a:t>
            </a:r>
            <a:endParaRPr dirty="0">
              <a:latin typeface="Lexend Tera Light"/>
              <a:ea typeface="Lexend Tera Light"/>
              <a:cs typeface="Lexend Tera Light"/>
              <a:sym typeface="Lexend Tera Light"/>
            </a:endParaRPr>
          </a:p>
        </p:txBody>
      </p:sp>
      <p:sp>
        <p:nvSpPr>
          <p:cNvPr id="4005" name="Google Shape;4005;p26"/>
          <p:cNvSpPr txBox="1">
            <a:spLocks noGrp="1"/>
          </p:cNvSpPr>
          <p:nvPr>
            <p:ph type="subTitle" idx="1"/>
          </p:nvPr>
        </p:nvSpPr>
        <p:spPr>
          <a:xfrm>
            <a:off x="1128450" y="3252901"/>
            <a:ext cx="6887100" cy="38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By CYPHER</a:t>
            </a:r>
            <a:endParaRPr dirty="0"/>
          </a:p>
        </p:txBody>
      </p:sp>
      <p:sp>
        <p:nvSpPr>
          <p:cNvPr id="4012" name="Google Shape;4012;p26"/>
          <p:cNvSpPr txBox="1">
            <a:spLocks noGrp="1"/>
          </p:cNvSpPr>
          <p:nvPr>
            <p:ph type="subTitle" idx="2"/>
          </p:nvPr>
        </p:nvSpPr>
        <p:spPr>
          <a:xfrm>
            <a:off x="3587700" y="4216550"/>
            <a:ext cx="1968600" cy="49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CSC03A3 MINI PROJECT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16"/>
        <p:cNvGrpSpPr/>
        <p:nvPr/>
      </p:nvGrpSpPr>
      <p:grpSpPr>
        <a:xfrm>
          <a:off x="0" y="0"/>
          <a:ext cx="0" cy="0"/>
          <a:chOff x="0" y="0"/>
          <a:chExt cx="0" cy="0"/>
        </a:xfrm>
      </p:grpSpPr>
      <p:sp>
        <p:nvSpPr>
          <p:cNvPr id="4017" name="Google Shape;4017;p27"/>
          <p:cNvSpPr txBox="1">
            <a:spLocks noGrp="1"/>
          </p:cNvSpPr>
          <p:nvPr>
            <p:ph type="title"/>
          </p:nvPr>
        </p:nvSpPr>
        <p:spPr>
          <a:xfrm>
            <a:off x="537800" y="427625"/>
            <a:ext cx="8068200" cy="67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dirty="0"/>
              <a:t>CONTRIBUTORS</a:t>
            </a:r>
            <a:endParaRPr dirty="0"/>
          </a:p>
        </p:txBody>
      </p:sp>
      <p:graphicFrame>
        <p:nvGraphicFramePr>
          <p:cNvPr id="4018" name="Google Shape;4018;p27"/>
          <p:cNvGraphicFramePr/>
          <p:nvPr>
            <p:extLst>
              <p:ext uri="{D42A27DB-BD31-4B8C-83A1-F6EECF244321}">
                <p14:modId xmlns:p14="http://schemas.microsoft.com/office/powerpoint/2010/main" val="555423326"/>
              </p:ext>
            </p:extLst>
          </p:nvPr>
        </p:nvGraphicFramePr>
        <p:xfrm>
          <a:off x="537800" y="1101725"/>
          <a:ext cx="8068200" cy="3614152"/>
        </p:xfrm>
        <a:graphic>
          <a:graphicData uri="http://schemas.openxmlformats.org/drawingml/2006/table">
            <a:tbl>
              <a:tblPr>
                <a:noFill/>
                <a:tableStyleId>{B4A8CD4D-8BDA-4F97-8573-452BC94C1670}</a:tableStyleId>
              </a:tblPr>
              <a:tblGrid>
                <a:gridCol w="2789300">
                  <a:extLst>
                    <a:ext uri="{9D8B030D-6E8A-4147-A177-3AD203B41FA5}">
                      <a16:colId xmlns:a16="http://schemas.microsoft.com/office/drawing/2014/main" val="20000"/>
                    </a:ext>
                  </a:extLst>
                </a:gridCol>
                <a:gridCol w="5278900">
                  <a:extLst>
                    <a:ext uri="{9D8B030D-6E8A-4147-A177-3AD203B41FA5}">
                      <a16:colId xmlns:a16="http://schemas.microsoft.com/office/drawing/2014/main" val="20001"/>
                    </a:ext>
                  </a:extLst>
                </a:gridCol>
              </a:tblGrid>
              <a:tr h="903538">
                <a:tc>
                  <a:txBody>
                    <a:bodyPr/>
                    <a:lstStyle/>
                    <a:p>
                      <a:pPr marL="0" lvl="0" indent="0" algn="l" rtl="0">
                        <a:spcBef>
                          <a:spcPts val="0"/>
                        </a:spcBef>
                        <a:spcAft>
                          <a:spcPts val="0"/>
                        </a:spcAft>
                        <a:buNone/>
                      </a:pPr>
                      <a:r>
                        <a:rPr lang="en" sz="1600" b="1" dirty="0">
                          <a:solidFill>
                            <a:schemeClr val="dk1"/>
                          </a:solidFill>
                          <a:uFill>
                            <a:noFill/>
                          </a:uFill>
                          <a:latin typeface="Lexend Tera"/>
                          <a:ea typeface="Lexend Tera"/>
                          <a:cs typeface="Lexend Tera"/>
                          <a:sym typeface="Lexend Tera"/>
                        </a:rPr>
                        <a:t>221044447</a:t>
                      </a:r>
                      <a:endParaRPr sz="1600" b="1" dirty="0">
                        <a:solidFill>
                          <a:schemeClr val="dk1"/>
                        </a:solidFill>
                        <a:latin typeface="Lexend Tera"/>
                        <a:ea typeface="Lexend Tera"/>
                        <a:cs typeface="Lexend Tera"/>
                        <a:sym typeface="Lexend Tera"/>
                      </a:endParaRPr>
                    </a:p>
                  </a:txBody>
                  <a:tcPr marL="18287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endParaRPr sz="1000" dirty="0">
                        <a:solidFill>
                          <a:schemeClr val="dk1"/>
                        </a:solidFill>
                        <a:latin typeface="Roboto Mono"/>
                        <a:ea typeface="Roboto Mono"/>
                        <a:cs typeface="Roboto Mono"/>
                        <a:sym typeface="Roboto Mono"/>
                      </a:endParaRPr>
                    </a:p>
                  </a:txBody>
                  <a:tcPr marL="91425" marR="18287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03538">
                <a:tc>
                  <a:txBody>
                    <a:bodyPr/>
                    <a:lstStyle/>
                    <a:p>
                      <a:r>
                        <a:rPr lang="en" sz="1600" b="1" dirty="0">
                          <a:solidFill>
                            <a:schemeClr val="dk1"/>
                          </a:solidFill>
                          <a:uFill>
                            <a:noFill/>
                          </a:uFill>
                          <a:latin typeface="Lexend Tera"/>
                          <a:ea typeface="Lexend Tera"/>
                          <a:cs typeface="Lexend Tera"/>
                          <a:sym typeface="Lexend Tera"/>
                        </a:rPr>
                        <a:t>222067338</a:t>
                      </a:r>
                      <a:r>
                        <a:rPr lang="en-ZA" sz="1600" dirty="0"/>
                        <a:t>  </a:t>
                      </a:r>
                    </a:p>
                  </a:txBody>
                  <a:tcPr marL="18287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endParaRPr sz="1000" dirty="0">
                        <a:solidFill>
                          <a:schemeClr val="dk1"/>
                        </a:solidFill>
                        <a:latin typeface="Roboto Mono"/>
                        <a:ea typeface="Roboto Mono"/>
                        <a:cs typeface="Roboto Mono"/>
                        <a:sym typeface="Roboto Mono"/>
                      </a:endParaRPr>
                    </a:p>
                  </a:txBody>
                  <a:tcPr marL="91425" marR="18287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03538">
                <a:tc>
                  <a:txBody>
                    <a:bodyPr/>
                    <a:lstStyle/>
                    <a:p>
                      <a:pPr marL="0" lvl="0" indent="0" algn="l" rtl="0">
                        <a:spcBef>
                          <a:spcPts val="0"/>
                        </a:spcBef>
                        <a:spcAft>
                          <a:spcPts val="0"/>
                        </a:spcAft>
                        <a:buNone/>
                      </a:pPr>
                      <a:r>
                        <a:rPr lang="en" sz="1600" b="1" dirty="0">
                          <a:solidFill>
                            <a:schemeClr val="dk1"/>
                          </a:solidFill>
                          <a:uFill>
                            <a:noFill/>
                          </a:uFill>
                          <a:latin typeface="Lexend Tera"/>
                          <a:ea typeface="Lexend Tera"/>
                          <a:cs typeface="Lexend Tera"/>
                          <a:sym typeface="Lexend Tera"/>
                        </a:rPr>
                        <a:t>223082890</a:t>
                      </a:r>
                      <a:endParaRPr sz="1600" b="1" dirty="0">
                        <a:solidFill>
                          <a:schemeClr val="dk1"/>
                        </a:solidFill>
                        <a:latin typeface="Lexend Tera"/>
                        <a:ea typeface="Lexend Tera"/>
                        <a:cs typeface="Lexend Tera"/>
                        <a:sym typeface="Lexend Tera"/>
                      </a:endParaRPr>
                    </a:p>
                  </a:txBody>
                  <a:tcPr marL="18287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endParaRPr sz="1000" dirty="0">
                        <a:solidFill>
                          <a:schemeClr val="dk1"/>
                        </a:solidFill>
                        <a:latin typeface="Roboto Mono"/>
                        <a:ea typeface="Roboto Mono"/>
                        <a:cs typeface="Roboto Mono"/>
                        <a:sym typeface="Roboto Mono"/>
                      </a:endParaRPr>
                    </a:p>
                  </a:txBody>
                  <a:tcPr marL="91425" marR="18287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03538">
                <a:tc>
                  <a:txBody>
                    <a:bodyPr/>
                    <a:lstStyle/>
                    <a:p>
                      <a:pPr marL="0" lvl="0" indent="0" algn="l" rtl="0">
                        <a:spcBef>
                          <a:spcPts val="0"/>
                        </a:spcBef>
                        <a:spcAft>
                          <a:spcPts val="0"/>
                        </a:spcAft>
                        <a:buNone/>
                      </a:pPr>
                      <a:r>
                        <a:rPr lang="en" sz="1600" b="1" dirty="0">
                          <a:solidFill>
                            <a:schemeClr val="dk1"/>
                          </a:solidFill>
                          <a:uFill>
                            <a:noFill/>
                          </a:uFill>
                          <a:latin typeface="Lexend Tera"/>
                          <a:ea typeface="Lexend Tera"/>
                          <a:cs typeface="Lexend Tera"/>
                          <a:sym typeface="Lexend Tera"/>
                        </a:rPr>
                        <a:t>223034847</a:t>
                      </a:r>
                      <a:endParaRPr sz="1600" b="1" dirty="0">
                        <a:solidFill>
                          <a:schemeClr val="dk1"/>
                        </a:solidFill>
                        <a:latin typeface="Lexend Tera"/>
                        <a:ea typeface="Lexend Tera"/>
                        <a:cs typeface="Lexend Tera"/>
                        <a:sym typeface="Lexend Tera"/>
                      </a:endParaRPr>
                    </a:p>
                  </a:txBody>
                  <a:tcPr marL="182875" marR="9142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ZA" sz="1600" b="1" dirty="0">
                          <a:solidFill>
                            <a:schemeClr val="dk1"/>
                          </a:solidFill>
                          <a:latin typeface="Roboto Mono"/>
                          <a:ea typeface="Roboto Mono"/>
                          <a:cs typeface="Roboto Mono"/>
                          <a:sym typeface="Roboto Mono"/>
                        </a:rPr>
                        <a:t>A.D. SAMVURA</a:t>
                      </a:r>
                    </a:p>
                  </a:txBody>
                  <a:tcPr marL="91425" marR="182875" marT="0" marB="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021" name="Google Shape;4021;p27"/>
          <p:cNvSpPr txBox="1"/>
          <p:nvPr/>
        </p:nvSpPr>
        <p:spPr>
          <a:xfrm>
            <a:off x="4681000" y="4179275"/>
            <a:ext cx="3925200" cy="42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800" b="1" dirty="0">
              <a:solidFill>
                <a:schemeClr val="dk1"/>
              </a:solidFill>
              <a:latin typeface="Lexend Tera"/>
              <a:ea typeface="Lexend Tera"/>
              <a:cs typeface="Lexend Tera"/>
              <a:sym typeface="Lexend Tera"/>
            </a:endParaRPr>
          </a:p>
        </p:txBody>
      </p:sp>
      <p:sp>
        <p:nvSpPr>
          <p:cNvPr id="2" name="Google Shape;4021;p27">
            <a:extLst>
              <a:ext uri="{FF2B5EF4-FFF2-40B4-BE49-F238E27FC236}">
                <a16:creationId xmlns:a16="http://schemas.microsoft.com/office/drawing/2014/main" id="{FAEE8348-2BEE-A2A3-DA85-4386D7B66DE5}"/>
              </a:ext>
            </a:extLst>
          </p:cNvPr>
          <p:cNvSpPr txBox="1"/>
          <p:nvPr/>
        </p:nvSpPr>
        <p:spPr>
          <a:xfrm>
            <a:off x="1844873" y="3142211"/>
            <a:ext cx="3925200" cy="42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ZA" sz="800" b="1" dirty="0">
                <a:solidFill>
                  <a:schemeClr val="dk1"/>
                </a:solidFill>
                <a:latin typeface="Roboto Mono" panose="00000009000000000000" pitchFamily="49" charset="0"/>
                <a:ea typeface="Roboto Mono" panose="00000009000000000000" pitchFamily="49" charset="0"/>
                <a:cs typeface="Lexend Tera"/>
                <a:sym typeface="Lexend Tera"/>
              </a:rPr>
              <a:t> </a:t>
            </a:r>
            <a:r>
              <a:rPr lang="en-ZA" sz="1600" b="1" dirty="0">
                <a:solidFill>
                  <a:schemeClr val="dk1"/>
                </a:solidFill>
                <a:latin typeface="Roboto Mono" panose="00000009000000000000" pitchFamily="49" charset="0"/>
                <a:ea typeface="Roboto Mono" panose="00000009000000000000" pitchFamily="49" charset="0"/>
                <a:cs typeface="Lexend Tera"/>
                <a:sym typeface="Lexend Tera"/>
              </a:rPr>
              <a:t>N GITTA</a:t>
            </a:r>
            <a:endParaRPr sz="1600" b="1" dirty="0">
              <a:solidFill>
                <a:schemeClr val="dk1"/>
              </a:solidFill>
              <a:latin typeface="Roboto Mono" panose="00000009000000000000" pitchFamily="49" charset="0"/>
              <a:ea typeface="Roboto Mono" panose="00000009000000000000" pitchFamily="49" charset="0"/>
              <a:cs typeface="Lexend Tera"/>
              <a:sym typeface="Lexend Tera"/>
            </a:endParaRPr>
          </a:p>
        </p:txBody>
      </p:sp>
      <p:sp>
        <p:nvSpPr>
          <p:cNvPr id="4" name="Google Shape;4021;p27">
            <a:extLst>
              <a:ext uri="{FF2B5EF4-FFF2-40B4-BE49-F238E27FC236}">
                <a16:creationId xmlns:a16="http://schemas.microsoft.com/office/drawing/2014/main" id="{16B7EC2C-2ED0-4496-B2B6-D9C17F22667D}"/>
              </a:ext>
            </a:extLst>
          </p:cNvPr>
          <p:cNvSpPr txBox="1"/>
          <p:nvPr/>
        </p:nvSpPr>
        <p:spPr>
          <a:xfrm>
            <a:off x="1963819" y="2264851"/>
            <a:ext cx="3925200" cy="42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ZA" sz="800" b="1" dirty="0">
                <a:solidFill>
                  <a:schemeClr val="dk1"/>
                </a:solidFill>
                <a:latin typeface="Roboto Mono" panose="00000009000000000000" pitchFamily="49" charset="0"/>
                <a:ea typeface="Roboto Mono" panose="00000009000000000000" pitchFamily="49" charset="0"/>
                <a:cs typeface="Lexend Tera"/>
                <a:sym typeface="Lexend Tera"/>
              </a:rPr>
              <a:t> </a:t>
            </a:r>
            <a:r>
              <a:rPr lang="en-ZA" sz="1600" b="1" dirty="0">
                <a:solidFill>
                  <a:schemeClr val="dk1"/>
                </a:solidFill>
                <a:latin typeface="Roboto Mono" panose="00000009000000000000" pitchFamily="49" charset="0"/>
                <a:ea typeface="Roboto Mono" panose="00000009000000000000" pitchFamily="49" charset="0"/>
                <a:cs typeface="Lexend Tera"/>
                <a:sym typeface="Lexend Tera"/>
              </a:rPr>
              <a:t>T NKOBANG</a:t>
            </a:r>
            <a:endParaRPr sz="1600" b="1" dirty="0">
              <a:solidFill>
                <a:schemeClr val="dk1"/>
              </a:solidFill>
              <a:latin typeface="Roboto Mono" panose="00000009000000000000" pitchFamily="49" charset="0"/>
              <a:ea typeface="Roboto Mono" panose="00000009000000000000" pitchFamily="49" charset="0"/>
              <a:cs typeface="Lexend Tera"/>
              <a:sym typeface="Lexend Tera"/>
            </a:endParaRPr>
          </a:p>
        </p:txBody>
      </p:sp>
      <p:sp>
        <p:nvSpPr>
          <p:cNvPr id="5" name="Google Shape;4021;p27">
            <a:extLst>
              <a:ext uri="{FF2B5EF4-FFF2-40B4-BE49-F238E27FC236}">
                <a16:creationId xmlns:a16="http://schemas.microsoft.com/office/drawing/2014/main" id="{046C3189-0972-154B-2F86-AC626DD67616}"/>
              </a:ext>
            </a:extLst>
          </p:cNvPr>
          <p:cNvSpPr txBox="1"/>
          <p:nvPr/>
        </p:nvSpPr>
        <p:spPr>
          <a:xfrm>
            <a:off x="1844873" y="1335135"/>
            <a:ext cx="3925200" cy="42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ZA" sz="800" b="1" dirty="0">
                <a:solidFill>
                  <a:schemeClr val="dk1"/>
                </a:solidFill>
                <a:latin typeface="Roboto Mono" panose="00000009000000000000" pitchFamily="49" charset="0"/>
                <a:ea typeface="Roboto Mono" panose="00000009000000000000" pitchFamily="49" charset="0"/>
                <a:cs typeface="Lexend Tera"/>
                <a:sym typeface="Lexend Tera"/>
              </a:rPr>
              <a:t> </a:t>
            </a:r>
            <a:r>
              <a:rPr lang="en-ZA" sz="1600" b="1" dirty="0">
                <a:solidFill>
                  <a:schemeClr val="dk1"/>
                </a:solidFill>
                <a:latin typeface="Roboto Mono" panose="00000009000000000000" pitchFamily="49" charset="0"/>
                <a:ea typeface="Roboto Mono" panose="00000009000000000000" pitchFamily="49" charset="0"/>
                <a:cs typeface="Lexend Tera"/>
                <a:sym typeface="Lexend Tera"/>
              </a:rPr>
              <a:t>P NNEKO</a:t>
            </a:r>
            <a:endParaRPr sz="1600" b="1" dirty="0">
              <a:solidFill>
                <a:schemeClr val="dk1"/>
              </a:solidFill>
              <a:latin typeface="Roboto Mono" panose="00000009000000000000" pitchFamily="49" charset="0"/>
              <a:ea typeface="Roboto Mono" panose="00000009000000000000" pitchFamily="49" charset="0"/>
              <a:cs typeface="Lexend Tera"/>
              <a:sym typeface="Lexend Ter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25"/>
        <p:cNvGrpSpPr/>
        <p:nvPr/>
      </p:nvGrpSpPr>
      <p:grpSpPr>
        <a:xfrm>
          <a:off x="0" y="0"/>
          <a:ext cx="0" cy="0"/>
          <a:chOff x="0" y="0"/>
          <a:chExt cx="0" cy="0"/>
        </a:xfrm>
      </p:grpSpPr>
      <p:sp>
        <p:nvSpPr>
          <p:cNvPr id="4026" name="Google Shape;4026;p28"/>
          <p:cNvSpPr txBox="1">
            <a:spLocks noGrp="1"/>
          </p:cNvSpPr>
          <p:nvPr>
            <p:ph type="title"/>
          </p:nvPr>
        </p:nvSpPr>
        <p:spPr>
          <a:xfrm>
            <a:off x="540100" y="427625"/>
            <a:ext cx="8064000" cy="676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Table of contents</a:t>
            </a:r>
            <a:endParaRPr/>
          </a:p>
        </p:txBody>
      </p:sp>
      <p:sp>
        <p:nvSpPr>
          <p:cNvPr id="4029" name="Google Shape;4029;p28"/>
          <p:cNvSpPr txBox="1">
            <a:spLocks noGrp="1"/>
          </p:cNvSpPr>
          <p:nvPr>
            <p:ph type="subTitle" idx="3"/>
          </p:nvPr>
        </p:nvSpPr>
        <p:spPr>
          <a:xfrm>
            <a:off x="1487987" y="2991945"/>
            <a:ext cx="2891400" cy="679200"/>
          </a:xfrm>
          <a:prstGeom prst="rect">
            <a:avLst/>
          </a:prstGeom>
        </p:spPr>
        <p:txBody>
          <a:bodyPr spcFirstLastPara="1" wrap="square" lIns="91425" tIns="91425" rIns="91425" bIns="91425" anchor="b" anchorCtr="0">
            <a:noAutofit/>
          </a:bodyPr>
          <a:lstStyle/>
          <a:p>
            <a:pPr marL="0" lvl="0" indent="0"/>
            <a:r>
              <a:rPr lang="en-ZA" dirty="0"/>
              <a:t>UI </a:t>
            </a:r>
            <a:br>
              <a:rPr lang="en-ZA" dirty="0"/>
            </a:br>
            <a:r>
              <a:rPr lang="en-ZA" dirty="0"/>
              <a:t>Overview</a:t>
            </a:r>
          </a:p>
        </p:txBody>
      </p:sp>
      <p:sp>
        <p:nvSpPr>
          <p:cNvPr id="4030" name="Google Shape;4030;p28"/>
          <p:cNvSpPr txBox="1">
            <a:spLocks noGrp="1"/>
          </p:cNvSpPr>
          <p:nvPr>
            <p:ph type="title" idx="4"/>
          </p:nvPr>
        </p:nvSpPr>
        <p:spPr>
          <a:xfrm>
            <a:off x="767063" y="1283500"/>
            <a:ext cx="504176" cy="6709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01</a:t>
            </a:r>
            <a:endParaRPr sz="2400" dirty="0"/>
          </a:p>
        </p:txBody>
      </p:sp>
      <p:sp>
        <p:nvSpPr>
          <p:cNvPr id="4031" name="Google Shape;4031;p28"/>
          <p:cNvSpPr txBox="1">
            <a:spLocks noGrp="1"/>
          </p:cNvSpPr>
          <p:nvPr>
            <p:ph type="title" idx="5"/>
          </p:nvPr>
        </p:nvSpPr>
        <p:spPr>
          <a:xfrm>
            <a:off x="767063" y="3000170"/>
            <a:ext cx="504176" cy="6709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03</a:t>
            </a:r>
            <a:endParaRPr sz="2400" dirty="0"/>
          </a:p>
        </p:txBody>
      </p:sp>
      <p:sp>
        <p:nvSpPr>
          <p:cNvPr id="4034" name="Google Shape;4034;p28"/>
          <p:cNvSpPr txBox="1">
            <a:spLocks noGrp="1"/>
          </p:cNvSpPr>
          <p:nvPr>
            <p:ph type="subTitle" idx="8"/>
          </p:nvPr>
        </p:nvSpPr>
        <p:spPr>
          <a:xfrm>
            <a:off x="1487987" y="3866599"/>
            <a:ext cx="2891100" cy="67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Image Processing</a:t>
            </a:r>
            <a:endParaRPr dirty="0"/>
          </a:p>
        </p:txBody>
      </p:sp>
      <p:sp>
        <p:nvSpPr>
          <p:cNvPr id="4035" name="Google Shape;4035;p28"/>
          <p:cNvSpPr txBox="1">
            <a:spLocks noGrp="1"/>
          </p:cNvSpPr>
          <p:nvPr>
            <p:ph type="subTitle" idx="9"/>
          </p:nvPr>
        </p:nvSpPr>
        <p:spPr>
          <a:xfrm>
            <a:off x="4764912" y="3000170"/>
            <a:ext cx="3256531" cy="67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Visualization and Conclusions</a:t>
            </a:r>
            <a:endParaRPr dirty="0"/>
          </a:p>
        </p:txBody>
      </p:sp>
      <p:sp>
        <p:nvSpPr>
          <p:cNvPr id="4036" name="Google Shape;4036;p28"/>
          <p:cNvSpPr txBox="1">
            <a:spLocks noGrp="1"/>
          </p:cNvSpPr>
          <p:nvPr>
            <p:ph type="title" idx="13"/>
          </p:nvPr>
        </p:nvSpPr>
        <p:spPr>
          <a:xfrm>
            <a:off x="767063" y="3858505"/>
            <a:ext cx="504176" cy="67920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04</a:t>
            </a:r>
            <a:endParaRPr sz="2400" dirty="0"/>
          </a:p>
        </p:txBody>
      </p:sp>
      <p:sp>
        <p:nvSpPr>
          <p:cNvPr id="4037" name="Google Shape;4037;p28"/>
          <p:cNvSpPr txBox="1">
            <a:spLocks noGrp="1"/>
          </p:cNvSpPr>
          <p:nvPr>
            <p:ph type="title" idx="14"/>
          </p:nvPr>
        </p:nvSpPr>
        <p:spPr>
          <a:xfrm>
            <a:off x="4127299" y="2141835"/>
            <a:ext cx="504176" cy="6709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06</a:t>
            </a:r>
            <a:endParaRPr sz="2400" dirty="0"/>
          </a:p>
        </p:txBody>
      </p:sp>
      <p:sp>
        <p:nvSpPr>
          <p:cNvPr id="4038" name="Google Shape;4038;p28"/>
          <p:cNvSpPr txBox="1">
            <a:spLocks noGrp="1"/>
          </p:cNvSpPr>
          <p:nvPr>
            <p:ph type="subTitle" idx="15"/>
          </p:nvPr>
        </p:nvSpPr>
        <p:spPr>
          <a:xfrm>
            <a:off x="1487987" y="1280427"/>
            <a:ext cx="2891400" cy="67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Problem Statement</a:t>
            </a:r>
            <a:endParaRPr dirty="0"/>
          </a:p>
        </p:txBody>
      </p:sp>
      <p:sp>
        <p:nvSpPr>
          <p:cNvPr id="4040" name="Google Shape;4040;p28"/>
          <p:cNvSpPr txBox="1">
            <a:spLocks noGrp="1"/>
          </p:cNvSpPr>
          <p:nvPr>
            <p:ph type="subTitle" idx="17"/>
          </p:nvPr>
        </p:nvSpPr>
        <p:spPr>
          <a:xfrm>
            <a:off x="1487987" y="2127804"/>
            <a:ext cx="2891400" cy="67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Program Overview</a:t>
            </a:r>
            <a:endParaRPr dirty="0"/>
          </a:p>
        </p:txBody>
      </p:sp>
      <p:sp>
        <p:nvSpPr>
          <p:cNvPr id="4041" name="Google Shape;4041;p28"/>
          <p:cNvSpPr txBox="1">
            <a:spLocks noGrp="1"/>
          </p:cNvSpPr>
          <p:nvPr>
            <p:ph type="title" idx="18"/>
          </p:nvPr>
        </p:nvSpPr>
        <p:spPr>
          <a:xfrm>
            <a:off x="767063" y="2141835"/>
            <a:ext cx="504176" cy="6709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02</a:t>
            </a:r>
            <a:endParaRPr sz="2400" dirty="0"/>
          </a:p>
        </p:txBody>
      </p:sp>
      <p:sp>
        <p:nvSpPr>
          <p:cNvPr id="4043" name="Google Shape;4043;p28"/>
          <p:cNvSpPr txBox="1">
            <a:spLocks noGrp="1"/>
          </p:cNvSpPr>
          <p:nvPr>
            <p:ph type="subTitle" idx="20"/>
          </p:nvPr>
        </p:nvSpPr>
        <p:spPr>
          <a:xfrm>
            <a:off x="4764615" y="1237089"/>
            <a:ext cx="2891100" cy="67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Damage Classification </a:t>
            </a:r>
            <a:endParaRPr dirty="0"/>
          </a:p>
        </p:txBody>
      </p:sp>
      <p:sp>
        <p:nvSpPr>
          <p:cNvPr id="4044" name="Google Shape;4044;p28"/>
          <p:cNvSpPr txBox="1">
            <a:spLocks noGrp="1"/>
          </p:cNvSpPr>
          <p:nvPr>
            <p:ph type="title" idx="21"/>
          </p:nvPr>
        </p:nvSpPr>
        <p:spPr>
          <a:xfrm>
            <a:off x="4127299" y="1224409"/>
            <a:ext cx="504176" cy="72601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05</a:t>
            </a:r>
            <a:endParaRPr sz="2400" dirty="0"/>
          </a:p>
        </p:txBody>
      </p:sp>
      <p:sp>
        <p:nvSpPr>
          <p:cNvPr id="6" name="Google Shape;4037;p28">
            <a:extLst>
              <a:ext uri="{FF2B5EF4-FFF2-40B4-BE49-F238E27FC236}">
                <a16:creationId xmlns:a16="http://schemas.microsoft.com/office/drawing/2014/main" id="{2770871C-A6EF-C79F-8124-F9E386C66E3A}"/>
              </a:ext>
            </a:extLst>
          </p:cNvPr>
          <p:cNvSpPr txBox="1">
            <a:spLocks/>
          </p:cNvSpPr>
          <p:nvPr/>
        </p:nvSpPr>
        <p:spPr>
          <a:xfrm>
            <a:off x="4127299" y="3004217"/>
            <a:ext cx="504176" cy="670975"/>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000"/>
              <a:buFont typeface="Lexend Tera"/>
              <a:buNone/>
              <a:defRPr sz="2800" b="1" i="0" u="none" strike="noStrike" cap="none">
                <a:solidFill>
                  <a:schemeClr val="dk1"/>
                </a:solidFill>
                <a:latin typeface="Lexend Tera"/>
                <a:ea typeface="Lexend Tera"/>
                <a:cs typeface="Lexend Tera"/>
                <a:sym typeface="Lexend Tera"/>
              </a:defRPr>
            </a:lvl1pPr>
            <a:lvl2pPr marR="0" lvl="1"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9pPr>
          </a:lstStyle>
          <a:p>
            <a:r>
              <a:rPr lang="en" sz="2400" dirty="0"/>
              <a:t>07</a:t>
            </a:r>
          </a:p>
        </p:txBody>
      </p:sp>
      <p:sp>
        <p:nvSpPr>
          <p:cNvPr id="9" name="Google Shape;4043;p28">
            <a:extLst>
              <a:ext uri="{FF2B5EF4-FFF2-40B4-BE49-F238E27FC236}">
                <a16:creationId xmlns:a16="http://schemas.microsoft.com/office/drawing/2014/main" id="{D0CD6715-8BBC-595E-3A4C-962C826AC3D1}"/>
              </a:ext>
            </a:extLst>
          </p:cNvPr>
          <p:cNvSpPr txBox="1">
            <a:spLocks/>
          </p:cNvSpPr>
          <p:nvPr/>
        </p:nvSpPr>
        <p:spPr>
          <a:xfrm>
            <a:off x="4764615" y="2165545"/>
            <a:ext cx="2891100" cy="676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Lexend Tera"/>
              <a:buNone/>
              <a:defRPr sz="1800" b="0" i="0" u="none" strike="noStrike" cap="none">
                <a:solidFill>
                  <a:schemeClr val="dk1"/>
                </a:solidFill>
                <a:latin typeface="Lexend Tera Black"/>
                <a:ea typeface="Lexend Tera Black"/>
                <a:cs typeface="Lexend Tera Black"/>
                <a:sym typeface="Lexend Tera Black"/>
              </a:defRPr>
            </a:lvl1pPr>
            <a:lvl2pPr marL="914400" marR="0" lvl="1"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2pPr>
            <a:lvl3pPr marL="1371600" marR="0" lvl="2"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3pPr>
            <a:lvl4pPr marL="1828800" marR="0" lvl="3"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4pPr>
            <a:lvl5pPr marL="2286000" marR="0" lvl="4"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5pPr>
            <a:lvl6pPr marL="2743200" marR="0" lvl="5"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6pPr>
            <a:lvl7pPr marL="3200400" marR="0" lvl="6"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7pPr>
            <a:lvl8pPr marL="3657600" marR="0" lvl="7"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8pPr>
            <a:lvl9pPr marL="4114800" marR="0" lvl="8"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9pPr>
          </a:lstStyle>
          <a:p>
            <a:pPr marL="0" indent="0"/>
            <a:r>
              <a:rPr lang="en-ZA" dirty="0"/>
              <a:t>Damage Similarity</a:t>
            </a:r>
          </a:p>
        </p:txBody>
      </p:sp>
      <p:sp>
        <p:nvSpPr>
          <p:cNvPr id="10" name="Google Shape;4037;p28">
            <a:extLst>
              <a:ext uri="{FF2B5EF4-FFF2-40B4-BE49-F238E27FC236}">
                <a16:creationId xmlns:a16="http://schemas.microsoft.com/office/drawing/2014/main" id="{12AF511E-337E-450B-617E-2793ED2504AA}"/>
              </a:ext>
            </a:extLst>
          </p:cNvPr>
          <p:cNvSpPr txBox="1">
            <a:spLocks/>
          </p:cNvSpPr>
          <p:nvPr/>
        </p:nvSpPr>
        <p:spPr>
          <a:xfrm>
            <a:off x="4126999" y="3862617"/>
            <a:ext cx="504176" cy="670975"/>
          </a:xfrm>
          <a:prstGeom prst="rect">
            <a:avLst/>
          </a:prstGeom>
          <a:solidFill>
            <a:schemeClr val="lt1"/>
          </a:solidFill>
          <a:ln w="19050" cap="flat" cmpd="sng">
            <a:solidFill>
              <a:schemeClr val="dk1"/>
            </a:solidFill>
            <a:prstDash val="solid"/>
            <a:miter lim="8000"/>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000"/>
              <a:buFont typeface="Lexend Tera"/>
              <a:buNone/>
              <a:defRPr sz="2800" b="1" i="0" u="none" strike="noStrike" cap="none">
                <a:solidFill>
                  <a:schemeClr val="dk1"/>
                </a:solidFill>
                <a:latin typeface="Lexend Tera"/>
                <a:ea typeface="Lexend Tera"/>
                <a:cs typeface="Lexend Tera"/>
                <a:sym typeface="Lexend Tera"/>
              </a:defRPr>
            </a:lvl1pPr>
            <a:lvl2pPr marR="0" lvl="1"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9pPr>
          </a:lstStyle>
          <a:p>
            <a:r>
              <a:rPr lang="en" sz="2400" dirty="0"/>
              <a:t>08</a:t>
            </a:r>
          </a:p>
        </p:txBody>
      </p:sp>
      <p:sp>
        <p:nvSpPr>
          <p:cNvPr id="12" name="Google Shape;4035;p28">
            <a:extLst>
              <a:ext uri="{FF2B5EF4-FFF2-40B4-BE49-F238E27FC236}">
                <a16:creationId xmlns:a16="http://schemas.microsoft.com/office/drawing/2014/main" id="{8D7EDF1C-F2AB-EFE5-FB93-69B75C5643B9}"/>
              </a:ext>
            </a:extLst>
          </p:cNvPr>
          <p:cNvSpPr txBox="1">
            <a:spLocks/>
          </p:cNvSpPr>
          <p:nvPr/>
        </p:nvSpPr>
        <p:spPr>
          <a:xfrm>
            <a:off x="4764615" y="3795609"/>
            <a:ext cx="3612322" cy="679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000"/>
              <a:buFont typeface="Lexend Tera"/>
              <a:buNone/>
              <a:defRPr sz="1800" b="0" i="0" u="none" strike="noStrike" cap="none">
                <a:solidFill>
                  <a:schemeClr val="dk1"/>
                </a:solidFill>
                <a:latin typeface="Lexend Tera Black"/>
                <a:ea typeface="Lexend Tera Black"/>
                <a:cs typeface="Lexend Tera Black"/>
                <a:sym typeface="Lexend Tera Black"/>
              </a:defRPr>
            </a:lvl1pPr>
            <a:lvl2pPr marL="914400" marR="0" lvl="1"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2pPr>
            <a:lvl3pPr marL="1371600" marR="0" lvl="2"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3pPr>
            <a:lvl4pPr marL="1828800" marR="0" lvl="3"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4pPr>
            <a:lvl5pPr marL="2286000" marR="0" lvl="4"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5pPr>
            <a:lvl6pPr marL="2743200" marR="0" lvl="5"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6pPr>
            <a:lvl7pPr marL="3200400" marR="0" lvl="6"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7pPr>
            <a:lvl8pPr marL="3657600" marR="0" lvl="7"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8pPr>
            <a:lvl9pPr marL="4114800" marR="0" lvl="8" indent="-304800" algn="l" rtl="0">
              <a:lnSpc>
                <a:spcPct val="100000"/>
              </a:lnSpc>
              <a:spcBef>
                <a:spcPts val="0"/>
              </a:spcBef>
              <a:spcAft>
                <a:spcPts val="0"/>
              </a:spcAft>
              <a:buClr>
                <a:schemeClr val="dk1"/>
              </a:buClr>
              <a:buSzPts val="2000"/>
              <a:buFont typeface="Lexend Tera"/>
              <a:buNone/>
              <a:defRPr sz="2000" b="0" i="0" u="none" strike="noStrike" cap="none">
                <a:solidFill>
                  <a:schemeClr val="dk1"/>
                </a:solidFill>
                <a:latin typeface="Lexend Tera"/>
                <a:ea typeface="Lexend Tera"/>
                <a:cs typeface="Lexend Tera"/>
                <a:sym typeface="Lexend Tera"/>
              </a:defRPr>
            </a:lvl9pPr>
          </a:lstStyle>
          <a:p>
            <a:pPr marL="0" indent="0"/>
            <a:r>
              <a:rPr lang="en-ZA" dirty="0"/>
              <a:t>Libraries and Algorithms used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58"/>
        <p:cNvGrpSpPr/>
        <p:nvPr/>
      </p:nvGrpSpPr>
      <p:grpSpPr>
        <a:xfrm>
          <a:off x="0" y="0"/>
          <a:ext cx="0" cy="0"/>
          <a:chOff x="0" y="0"/>
          <a:chExt cx="0" cy="0"/>
        </a:xfrm>
      </p:grpSpPr>
      <p:sp>
        <p:nvSpPr>
          <p:cNvPr id="4060" name="Google Shape;4060;p30"/>
          <p:cNvSpPr txBox="1">
            <a:spLocks noGrp="1"/>
          </p:cNvSpPr>
          <p:nvPr>
            <p:ph type="title"/>
          </p:nvPr>
        </p:nvSpPr>
        <p:spPr>
          <a:xfrm>
            <a:off x="3279175" y="1284800"/>
            <a:ext cx="4197000" cy="246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Problem Statement</a:t>
            </a:r>
            <a:endParaRPr dirty="0"/>
          </a:p>
        </p:txBody>
      </p:sp>
      <p:sp>
        <p:nvSpPr>
          <p:cNvPr id="4061" name="Google Shape;4061;p30"/>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4064" name="Google Shape;4064;p30"/>
          <p:cNvGrpSpPr/>
          <p:nvPr/>
        </p:nvGrpSpPr>
        <p:grpSpPr>
          <a:xfrm>
            <a:off x="663431" y="518553"/>
            <a:ext cx="287819" cy="315921"/>
            <a:chOff x="4789992" y="2884002"/>
            <a:chExt cx="317891" cy="348892"/>
          </a:xfrm>
        </p:grpSpPr>
        <p:sp>
          <p:nvSpPr>
            <p:cNvPr id="4065" name="Google Shape;4065;p30"/>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5"/>
        <p:cNvGrpSpPr/>
        <p:nvPr/>
      </p:nvGrpSpPr>
      <p:grpSpPr>
        <a:xfrm>
          <a:off x="0" y="0"/>
          <a:ext cx="0" cy="0"/>
          <a:chOff x="0" y="0"/>
          <a:chExt cx="0" cy="0"/>
        </a:xfrm>
      </p:grpSpPr>
      <p:sp>
        <p:nvSpPr>
          <p:cNvPr id="4079" name="Google Shape;4079;p31"/>
          <p:cNvSpPr txBox="1">
            <a:spLocks noGrp="1"/>
          </p:cNvSpPr>
          <p:nvPr>
            <p:ph type="subTitle" idx="3"/>
          </p:nvPr>
        </p:nvSpPr>
        <p:spPr>
          <a:xfrm>
            <a:off x="782075" y="1351612"/>
            <a:ext cx="3703800" cy="1491900"/>
          </a:xfrm>
          <a:prstGeom prst="rect">
            <a:avLst/>
          </a:prstGeom>
        </p:spPr>
        <p:txBody>
          <a:bodyPr spcFirstLastPara="1" wrap="square" lIns="91425" tIns="91425" rIns="91425" bIns="91425" anchor="t" anchorCtr="0">
            <a:noAutofit/>
          </a:bodyPr>
          <a:lstStyle/>
          <a:p>
            <a:pPr marL="0" lvl="0" indent="0"/>
            <a:r>
              <a:rPr lang="en-US" dirty="0"/>
              <a:t>Fraud is a rampant issue in South Africa, particularly in the Vehicle Insurance field, where false damage is reported on vehicles often. Our project </a:t>
            </a:r>
            <a:r>
              <a:rPr lang="en-US" dirty="0" err="1"/>
              <a:t>centre’s</a:t>
            </a:r>
            <a:r>
              <a:rPr lang="en-US" dirty="0"/>
              <a:t> around remedying this by, sniffing out fraudulent insurance claims for vehicle damage. Through the use of both Similarity detection and Image Classification, we shall be able to deduce whether reported damage is in fact true or whether a fraudulent claim is being made. Users will input images into our program and in turn our system will be able conclude whether or not their vehicle is actually damaged or not</a:t>
            </a:r>
            <a:endParaRPr dirty="0"/>
          </a:p>
        </p:txBody>
      </p:sp>
      <p:sp>
        <p:nvSpPr>
          <p:cNvPr id="3" name="Title 2">
            <a:extLst>
              <a:ext uri="{FF2B5EF4-FFF2-40B4-BE49-F238E27FC236}">
                <a16:creationId xmlns:a16="http://schemas.microsoft.com/office/drawing/2014/main" id="{21F55630-F75A-7785-2CA0-B964CBA7D4E4}"/>
              </a:ext>
            </a:extLst>
          </p:cNvPr>
          <p:cNvSpPr>
            <a:spLocks noGrp="1"/>
          </p:cNvSpPr>
          <p:nvPr>
            <p:ph type="title"/>
          </p:nvPr>
        </p:nvSpPr>
        <p:spPr/>
        <p:txBody>
          <a:bodyPr/>
          <a:lstStyle/>
          <a:p>
            <a:br>
              <a:rPr lang="en-ZA" dirty="0"/>
            </a:br>
            <a:r>
              <a:rPr lang="en-ZA" dirty="0"/>
              <a:t>Problem Statement:</a:t>
            </a:r>
          </a:p>
        </p:txBody>
      </p:sp>
      <p:pic>
        <p:nvPicPr>
          <p:cNvPr id="6" name="Picture Placeholder 5">
            <a:extLst>
              <a:ext uri="{FF2B5EF4-FFF2-40B4-BE49-F238E27FC236}">
                <a16:creationId xmlns:a16="http://schemas.microsoft.com/office/drawing/2014/main" id="{072C8C04-B94F-50D5-4669-4F4F00DBE3B3}"/>
              </a:ext>
            </a:extLst>
          </p:cNvPr>
          <p:cNvPicPr>
            <a:picLocks noGrp="1" noChangeAspect="1"/>
          </p:cNvPicPr>
          <p:nvPr>
            <p:ph type="pic" idx="2"/>
          </p:nvPr>
        </p:nvPicPr>
        <p:blipFill>
          <a:blip r:embed="rId3"/>
          <a:srcRect t="12330" b="12330"/>
          <a:stretch>
            <a:fillRect/>
          </a:stretch>
        </p:blipFill>
        <p:spPr>
          <a:prstGeom prst="rect">
            <a:avLst/>
          </a:prstGeom>
          <a:noFill/>
          <a:ln w="19050" cap="flat" cmpd="sng">
            <a:solidFill>
              <a:srgbClr val="FFFFFF"/>
            </a:solidFill>
            <a:prstDash val="solid"/>
            <a:miter lim="8000"/>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BE0FBC92-2F7C-FFFF-B098-6111B855A86F}"/>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5582506F-1FDC-14FC-278E-73A9BE70D350}"/>
              </a:ext>
            </a:extLst>
          </p:cNvPr>
          <p:cNvSpPr txBox="1">
            <a:spLocks noGrp="1"/>
          </p:cNvSpPr>
          <p:nvPr>
            <p:ph type="title"/>
          </p:nvPr>
        </p:nvSpPr>
        <p:spPr>
          <a:xfrm>
            <a:off x="3279175" y="1284800"/>
            <a:ext cx="4197000" cy="246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Program Overview</a:t>
            </a:r>
            <a:endParaRPr dirty="0"/>
          </a:p>
        </p:txBody>
      </p:sp>
      <p:sp>
        <p:nvSpPr>
          <p:cNvPr id="4061" name="Google Shape;4061;p30">
            <a:extLst>
              <a:ext uri="{FF2B5EF4-FFF2-40B4-BE49-F238E27FC236}">
                <a16:creationId xmlns:a16="http://schemas.microsoft.com/office/drawing/2014/main" id="{1BE3BC0C-13A8-B908-91C0-847832A3FF10}"/>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4064" name="Google Shape;4064;p30">
            <a:extLst>
              <a:ext uri="{FF2B5EF4-FFF2-40B4-BE49-F238E27FC236}">
                <a16:creationId xmlns:a16="http://schemas.microsoft.com/office/drawing/2014/main" id="{704B4608-9DCA-3D81-FA46-E7561AFCDDAE}"/>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AAC7641D-4CA0-6C35-1ABD-E24DA79D5843}"/>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AAFD19D5-6289-88CF-67BB-BE18EE9CBFCE}"/>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06F3026E-5FE2-1D6E-6E12-8BB0FB13F59E}"/>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6CDDB7FF-D1BA-21CE-90D4-1D2DDE06CD36}"/>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9523C167-99E8-E962-538C-C9E70A30FB0A}"/>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75159DE2-BE9B-B2EA-F629-282868B0CDC8}"/>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B86B5DBA-43E4-59BD-4394-A3415CFB0647}"/>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15639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08"/>
        <p:cNvGrpSpPr/>
        <p:nvPr/>
      </p:nvGrpSpPr>
      <p:grpSpPr>
        <a:xfrm>
          <a:off x="0" y="0"/>
          <a:ext cx="0" cy="0"/>
          <a:chOff x="0" y="0"/>
          <a:chExt cx="0" cy="0"/>
        </a:xfrm>
      </p:grpSpPr>
      <p:sp>
        <p:nvSpPr>
          <p:cNvPr id="4209" name="Google Shape;4209;p40"/>
          <p:cNvSpPr txBox="1">
            <a:spLocks noGrp="1"/>
          </p:cNvSpPr>
          <p:nvPr>
            <p:ph type="title"/>
          </p:nvPr>
        </p:nvSpPr>
        <p:spPr>
          <a:xfrm>
            <a:off x="537800" y="427625"/>
            <a:ext cx="8068200" cy="67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Overview</a:t>
            </a:r>
            <a:endParaRPr dirty="0"/>
          </a:p>
        </p:txBody>
      </p:sp>
      <p:sp>
        <p:nvSpPr>
          <p:cNvPr id="4211" name="Google Shape;4211;p40"/>
          <p:cNvSpPr txBox="1"/>
          <p:nvPr/>
        </p:nvSpPr>
        <p:spPr>
          <a:xfrm>
            <a:off x="920550" y="1383000"/>
            <a:ext cx="1315500" cy="462600"/>
          </a:xfrm>
          <a:prstGeom prst="rect">
            <a:avLst/>
          </a:prstGeom>
          <a:noFill/>
          <a:ln>
            <a:noFill/>
          </a:ln>
        </p:spPr>
        <p:txBody>
          <a:bodyPr spcFirstLastPara="1" wrap="square" lIns="91425" tIns="90000" rIns="91425" bIns="91425" anchor="ctr" anchorCtr="0">
            <a:noAutofit/>
          </a:bodyPr>
          <a:lstStyle/>
          <a:p>
            <a:pPr marL="0" lvl="0" indent="0" algn="l" rtl="0">
              <a:spcBef>
                <a:spcPts val="0"/>
              </a:spcBef>
              <a:spcAft>
                <a:spcPts val="0"/>
              </a:spcAft>
              <a:buNone/>
            </a:pPr>
            <a:r>
              <a:rPr lang="en" sz="1800" b="1">
                <a:solidFill>
                  <a:schemeClr val="dk1"/>
                </a:solidFill>
                <a:latin typeface="Lexend Tera"/>
                <a:ea typeface="Lexend Tera"/>
                <a:cs typeface="Lexend Tera"/>
                <a:sym typeface="Lexend Tera"/>
              </a:rPr>
              <a:t>Step 1</a:t>
            </a:r>
            <a:endParaRPr sz="1800" b="1">
              <a:solidFill>
                <a:schemeClr val="dk1"/>
              </a:solidFill>
              <a:latin typeface="Lexend Tera"/>
              <a:ea typeface="Lexend Tera"/>
              <a:cs typeface="Lexend Tera"/>
              <a:sym typeface="Lexend Tera"/>
            </a:endParaRPr>
          </a:p>
        </p:txBody>
      </p:sp>
      <p:sp>
        <p:nvSpPr>
          <p:cNvPr id="4213" name="Google Shape;4213;p40"/>
          <p:cNvSpPr txBox="1"/>
          <p:nvPr/>
        </p:nvSpPr>
        <p:spPr>
          <a:xfrm>
            <a:off x="657657" y="3967427"/>
            <a:ext cx="2150100" cy="462600"/>
          </a:xfrm>
          <a:prstGeom prst="rect">
            <a:avLst/>
          </a:prstGeom>
          <a:noFill/>
          <a:ln>
            <a:noFill/>
          </a:ln>
        </p:spPr>
        <p:txBody>
          <a:bodyPr spcFirstLastPara="1" wrap="square" lIns="91425" tIns="90000" rIns="91425" bIns="91425" anchor="b" anchorCtr="0">
            <a:noAutofit/>
          </a:bodyPr>
          <a:lstStyle/>
          <a:p>
            <a:pPr marL="0" lvl="0" indent="0" algn="l" rtl="0">
              <a:spcBef>
                <a:spcPts val="0"/>
              </a:spcBef>
              <a:spcAft>
                <a:spcPts val="0"/>
              </a:spcAft>
              <a:buNone/>
            </a:pPr>
            <a:r>
              <a:rPr lang="en" sz="1800" b="1" dirty="0">
                <a:solidFill>
                  <a:schemeClr val="dk1"/>
                </a:solidFill>
                <a:latin typeface="Lexend Tera"/>
                <a:ea typeface="Lexend Tera"/>
                <a:cs typeface="Lexend Tera"/>
                <a:sym typeface="Lexend Tera"/>
              </a:rPr>
              <a:t>Patches converted to a RAG</a:t>
            </a:r>
            <a:endParaRPr sz="1800" b="1" dirty="0">
              <a:solidFill>
                <a:schemeClr val="dk1"/>
              </a:solidFill>
              <a:latin typeface="Lexend Tera"/>
              <a:ea typeface="Lexend Tera"/>
              <a:cs typeface="Lexend Tera"/>
              <a:sym typeface="Lexend Tera"/>
            </a:endParaRPr>
          </a:p>
        </p:txBody>
      </p:sp>
      <p:sp>
        <p:nvSpPr>
          <p:cNvPr id="4214" name="Google Shape;4214;p40"/>
          <p:cNvSpPr txBox="1"/>
          <p:nvPr/>
        </p:nvSpPr>
        <p:spPr>
          <a:xfrm>
            <a:off x="920550" y="3183525"/>
            <a:ext cx="1315500" cy="462600"/>
          </a:xfrm>
          <a:prstGeom prst="rect">
            <a:avLst/>
          </a:prstGeom>
          <a:noFill/>
          <a:ln>
            <a:noFill/>
          </a:ln>
        </p:spPr>
        <p:txBody>
          <a:bodyPr spcFirstLastPara="1" wrap="square" lIns="91425" tIns="90000" rIns="91425" bIns="91425" anchor="ctr" anchorCtr="0">
            <a:noAutofit/>
          </a:bodyPr>
          <a:lstStyle/>
          <a:p>
            <a:pPr marL="0" lvl="0" indent="0" algn="l" rtl="0">
              <a:spcBef>
                <a:spcPts val="0"/>
              </a:spcBef>
              <a:spcAft>
                <a:spcPts val="0"/>
              </a:spcAft>
              <a:buNone/>
            </a:pPr>
            <a:r>
              <a:rPr lang="en" sz="1800" b="1">
                <a:solidFill>
                  <a:schemeClr val="dk1"/>
                </a:solidFill>
                <a:latin typeface="Lexend Tera"/>
                <a:ea typeface="Lexend Tera"/>
                <a:cs typeface="Lexend Tera"/>
                <a:sym typeface="Lexend Tera"/>
              </a:rPr>
              <a:t>Step 4</a:t>
            </a:r>
            <a:endParaRPr sz="1800" b="1">
              <a:solidFill>
                <a:schemeClr val="dk1"/>
              </a:solidFill>
              <a:latin typeface="Lexend Tera"/>
              <a:ea typeface="Lexend Tera"/>
              <a:cs typeface="Lexend Tera"/>
              <a:sym typeface="Lexend Tera"/>
            </a:endParaRPr>
          </a:p>
        </p:txBody>
      </p:sp>
      <p:sp>
        <p:nvSpPr>
          <p:cNvPr id="4215" name="Google Shape;4215;p40"/>
          <p:cNvSpPr txBox="1"/>
          <p:nvPr/>
        </p:nvSpPr>
        <p:spPr>
          <a:xfrm>
            <a:off x="451477" y="1885552"/>
            <a:ext cx="2387645" cy="462600"/>
          </a:xfrm>
          <a:prstGeom prst="rect">
            <a:avLst/>
          </a:prstGeom>
          <a:noFill/>
          <a:ln>
            <a:noFill/>
          </a:ln>
        </p:spPr>
        <p:txBody>
          <a:bodyPr spcFirstLastPara="1" wrap="square" lIns="91425" tIns="90000" rIns="91425" bIns="91425" anchor="b" anchorCtr="0">
            <a:noAutofit/>
          </a:bodyPr>
          <a:lstStyle/>
          <a:p>
            <a:pPr marL="0" lvl="0" indent="0" algn="l" rtl="0">
              <a:spcBef>
                <a:spcPts val="0"/>
              </a:spcBef>
              <a:spcAft>
                <a:spcPts val="0"/>
              </a:spcAft>
              <a:buNone/>
            </a:pPr>
            <a:endParaRPr lang="en" sz="1800" b="1" dirty="0">
              <a:solidFill>
                <a:schemeClr val="dk1"/>
              </a:solidFill>
              <a:latin typeface="Lexend Tera"/>
              <a:ea typeface="Lexend Tera"/>
              <a:cs typeface="Lexend Tera"/>
              <a:sym typeface="Lexend Tera"/>
            </a:endParaRPr>
          </a:p>
          <a:p>
            <a:pPr marL="0" lvl="0" indent="0" algn="l" rtl="0">
              <a:spcBef>
                <a:spcPts val="0"/>
              </a:spcBef>
              <a:spcAft>
                <a:spcPts val="0"/>
              </a:spcAft>
              <a:buNone/>
            </a:pPr>
            <a:endParaRPr lang="en" sz="1800" b="1" dirty="0">
              <a:solidFill>
                <a:schemeClr val="dk1"/>
              </a:solidFill>
              <a:latin typeface="Lexend Tera"/>
              <a:ea typeface="Lexend Tera"/>
              <a:cs typeface="Lexend Tera"/>
              <a:sym typeface="Lexend Tera"/>
            </a:endParaRPr>
          </a:p>
          <a:p>
            <a:pPr marL="0" lvl="0" indent="0" algn="l" rtl="0">
              <a:spcBef>
                <a:spcPts val="0"/>
              </a:spcBef>
              <a:spcAft>
                <a:spcPts val="0"/>
              </a:spcAft>
              <a:buNone/>
            </a:pPr>
            <a:endParaRPr lang="en" sz="1800" b="1" dirty="0">
              <a:solidFill>
                <a:schemeClr val="dk1"/>
              </a:solidFill>
              <a:latin typeface="Lexend Tera"/>
              <a:ea typeface="Lexend Tera"/>
              <a:cs typeface="Lexend Tera"/>
              <a:sym typeface="Lexend Tera"/>
            </a:endParaRPr>
          </a:p>
          <a:p>
            <a:pPr marL="0" lvl="0" indent="0" algn="l" rtl="0">
              <a:spcBef>
                <a:spcPts val="0"/>
              </a:spcBef>
              <a:spcAft>
                <a:spcPts val="0"/>
              </a:spcAft>
              <a:buNone/>
            </a:pPr>
            <a:endParaRPr lang="en" sz="1800" b="1" dirty="0">
              <a:solidFill>
                <a:schemeClr val="dk1"/>
              </a:solidFill>
              <a:latin typeface="Lexend Tera"/>
              <a:ea typeface="Lexend Tera"/>
              <a:cs typeface="Lexend Tera"/>
              <a:sym typeface="Lexend Tera"/>
            </a:endParaRPr>
          </a:p>
          <a:p>
            <a:pPr marL="0" lvl="0" indent="0" algn="l" rtl="0">
              <a:spcBef>
                <a:spcPts val="0"/>
              </a:spcBef>
              <a:spcAft>
                <a:spcPts val="0"/>
              </a:spcAft>
              <a:buNone/>
            </a:pPr>
            <a:endParaRPr lang="en" sz="1800" b="1" dirty="0">
              <a:solidFill>
                <a:schemeClr val="dk1"/>
              </a:solidFill>
              <a:latin typeface="Lexend Tera"/>
              <a:ea typeface="Lexend Tera"/>
              <a:cs typeface="Lexend Tera"/>
              <a:sym typeface="Lexend Tera"/>
            </a:endParaRPr>
          </a:p>
          <a:p>
            <a:pPr marL="0" lvl="0" indent="0" algn="l" rtl="0">
              <a:spcBef>
                <a:spcPts val="0"/>
              </a:spcBef>
              <a:spcAft>
                <a:spcPts val="0"/>
              </a:spcAft>
              <a:buNone/>
            </a:pPr>
            <a:br>
              <a:rPr lang="en" sz="1800" b="1" dirty="0">
                <a:solidFill>
                  <a:schemeClr val="dk1"/>
                </a:solidFill>
                <a:latin typeface="Lexend Tera"/>
                <a:ea typeface="Lexend Tera"/>
                <a:cs typeface="Lexend Tera"/>
                <a:sym typeface="Lexend Tera"/>
              </a:rPr>
            </a:br>
            <a:br>
              <a:rPr lang="en" sz="1800" b="1" dirty="0">
                <a:solidFill>
                  <a:schemeClr val="dk1"/>
                </a:solidFill>
                <a:latin typeface="Lexend Tera"/>
                <a:ea typeface="Lexend Tera"/>
                <a:cs typeface="Lexend Tera"/>
                <a:sym typeface="Lexend Tera"/>
              </a:rPr>
            </a:br>
            <a:r>
              <a:rPr lang="en" sz="1800" b="1" dirty="0">
                <a:solidFill>
                  <a:schemeClr val="dk1"/>
                </a:solidFill>
                <a:latin typeface="Lexend Tera"/>
                <a:ea typeface="Lexend Tera"/>
                <a:cs typeface="Lexend Tera"/>
                <a:sym typeface="Lexend Tera"/>
              </a:rPr>
              <a:t>User Inputs Image</a:t>
            </a:r>
          </a:p>
        </p:txBody>
      </p:sp>
      <p:sp>
        <p:nvSpPr>
          <p:cNvPr id="4217" name="Google Shape;4217;p40"/>
          <p:cNvSpPr txBox="1"/>
          <p:nvPr/>
        </p:nvSpPr>
        <p:spPr>
          <a:xfrm>
            <a:off x="3551850" y="1383000"/>
            <a:ext cx="1315500" cy="462600"/>
          </a:xfrm>
          <a:prstGeom prst="rect">
            <a:avLst/>
          </a:prstGeom>
          <a:noFill/>
          <a:ln>
            <a:noFill/>
          </a:ln>
        </p:spPr>
        <p:txBody>
          <a:bodyPr spcFirstLastPara="1" wrap="square" lIns="91425" tIns="90000" rIns="91425" bIns="91425" anchor="ctr" anchorCtr="0">
            <a:noAutofit/>
          </a:bodyPr>
          <a:lstStyle/>
          <a:p>
            <a:pPr marL="0" lvl="0" indent="0" algn="l" rtl="0">
              <a:spcBef>
                <a:spcPts val="0"/>
              </a:spcBef>
              <a:spcAft>
                <a:spcPts val="0"/>
              </a:spcAft>
              <a:buNone/>
            </a:pPr>
            <a:r>
              <a:rPr lang="en" sz="1800" b="1">
                <a:solidFill>
                  <a:schemeClr val="dk1"/>
                </a:solidFill>
                <a:latin typeface="Lexend Tera"/>
                <a:ea typeface="Lexend Tera"/>
                <a:cs typeface="Lexend Tera"/>
                <a:sym typeface="Lexend Tera"/>
              </a:rPr>
              <a:t>Step 2</a:t>
            </a:r>
            <a:endParaRPr sz="1800" b="1">
              <a:solidFill>
                <a:schemeClr val="dk1"/>
              </a:solidFill>
              <a:latin typeface="Lexend Tera"/>
              <a:ea typeface="Lexend Tera"/>
              <a:cs typeface="Lexend Tera"/>
              <a:sym typeface="Lexend Tera"/>
            </a:endParaRPr>
          </a:p>
        </p:txBody>
      </p:sp>
      <p:sp>
        <p:nvSpPr>
          <p:cNvPr id="4219" name="Google Shape;4219;p40"/>
          <p:cNvSpPr txBox="1"/>
          <p:nvPr/>
        </p:nvSpPr>
        <p:spPr>
          <a:xfrm>
            <a:off x="3292043" y="3957404"/>
            <a:ext cx="2150100" cy="462600"/>
          </a:xfrm>
          <a:prstGeom prst="rect">
            <a:avLst/>
          </a:prstGeom>
          <a:noFill/>
          <a:ln>
            <a:noFill/>
          </a:ln>
        </p:spPr>
        <p:txBody>
          <a:bodyPr spcFirstLastPara="1" wrap="square" lIns="91425" tIns="90000" rIns="91425" bIns="91425" anchor="b" anchorCtr="0">
            <a:noAutofit/>
          </a:bodyPr>
          <a:lstStyle/>
          <a:p>
            <a:pPr marL="0" lvl="0" indent="0" algn="l" rtl="0">
              <a:spcBef>
                <a:spcPts val="0"/>
              </a:spcBef>
              <a:spcAft>
                <a:spcPts val="0"/>
              </a:spcAft>
              <a:buNone/>
            </a:pPr>
            <a:r>
              <a:rPr lang="en" sz="1800" b="1" dirty="0">
                <a:solidFill>
                  <a:schemeClr val="dk1"/>
                </a:solidFill>
                <a:latin typeface="Lexend Tera"/>
                <a:ea typeface="Lexend Tera"/>
                <a:cs typeface="Lexend Tera"/>
                <a:sym typeface="Lexend Tera"/>
              </a:rPr>
              <a:t>RAG used to classify damage</a:t>
            </a:r>
            <a:endParaRPr sz="1800" b="1" dirty="0">
              <a:solidFill>
                <a:schemeClr val="dk1"/>
              </a:solidFill>
              <a:latin typeface="Lexend Tera"/>
              <a:ea typeface="Lexend Tera"/>
              <a:cs typeface="Lexend Tera"/>
              <a:sym typeface="Lexend Tera"/>
            </a:endParaRPr>
          </a:p>
        </p:txBody>
      </p:sp>
      <p:sp>
        <p:nvSpPr>
          <p:cNvPr id="4220" name="Google Shape;4220;p40"/>
          <p:cNvSpPr txBox="1"/>
          <p:nvPr/>
        </p:nvSpPr>
        <p:spPr>
          <a:xfrm>
            <a:off x="3551850" y="3183525"/>
            <a:ext cx="1315500" cy="462600"/>
          </a:xfrm>
          <a:prstGeom prst="rect">
            <a:avLst/>
          </a:prstGeom>
          <a:noFill/>
          <a:ln>
            <a:noFill/>
          </a:ln>
        </p:spPr>
        <p:txBody>
          <a:bodyPr spcFirstLastPara="1" wrap="square" lIns="91425" tIns="90000" rIns="91425" bIns="91425" anchor="ctr" anchorCtr="0">
            <a:noAutofit/>
          </a:bodyPr>
          <a:lstStyle/>
          <a:p>
            <a:pPr marL="0" lvl="0" indent="0" algn="l" rtl="0">
              <a:spcBef>
                <a:spcPts val="0"/>
              </a:spcBef>
              <a:spcAft>
                <a:spcPts val="0"/>
              </a:spcAft>
              <a:buNone/>
            </a:pPr>
            <a:r>
              <a:rPr lang="en" sz="1800" b="1">
                <a:solidFill>
                  <a:schemeClr val="dk1"/>
                </a:solidFill>
                <a:latin typeface="Lexend Tera"/>
                <a:ea typeface="Lexend Tera"/>
                <a:cs typeface="Lexend Tera"/>
                <a:sym typeface="Lexend Tera"/>
              </a:rPr>
              <a:t>Step 5</a:t>
            </a:r>
            <a:endParaRPr sz="1800" b="1">
              <a:solidFill>
                <a:schemeClr val="dk1"/>
              </a:solidFill>
              <a:latin typeface="Lexend Tera"/>
              <a:ea typeface="Lexend Tera"/>
              <a:cs typeface="Lexend Tera"/>
              <a:sym typeface="Lexend Tera"/>
            </a:endParaRPr>
          </a:p>
        </p:txBody>
      </p:sp>
      <p:sp>
        <p:nvSpPr>
          <p:cNvPr id="4221" name="Google Shape;4221;p40"/>
          <p:cNvSpPr txBox="1"/>
          <p:nvPr/>
        </p:nvSpPr>
        <p:spPr>
          <a:xfrm>
            <a:off x="3292043" y="2439650"/>
            <a:ext cx="2150100" cy="462600"/>
          </a:xfrm>
          <a:prstGeom prst="rect">
            <a:avLst/>
          </a:prstGeom>
          <a:noFill/>
          <a:ln>
            <a:noFill/>
          </a:ln>
        </p:spPr>
        <p:txBody>
          <a:bodyPr spcFirstLastPara="1" wrap="square" lIns="91425" tIns="90000" rIns="91425" bIns="91425" anchor="b" anchorCtr="0">
            <a:noAutofit/>
          </a:bodyPr>
          <a:lstStyle/>
          <a:p>
            <a:pPr marL="0" lvl="0" indent="0" algn="l" rtl="0">
              <a:spcBef>
                <a:spcPts val="0"/>
              </a:spcBef>
              <a:spcAft>
                <a:spcPts val="0"/>
              </a:spcAft>
              <a:buNone/>
            </a:pPr>
            <a:r>
              <a:rPr lang="en" sz="1800" b="1" dirty="0">
                <a:solidFill>
                  <a:schemeClr val="dk1"/>
                </a:solidFill>
                <a:latin typeface="Lexend Tera"/>
                <a:ea typeface="Lexend Tera"/>
                <a:cs typeface="Lexend Tera"/>
                <a:sym typeface="Lexend Tera"/>
              </a:rPr>
              <a:t>Image is converted to greyscale</a:t>
            </a:r>
            <a:endParaRPr sz="1800" b="1" dirty="0">
              <a:solidFill>
                <a:schemeClr val="dk1"/>
              </a:solidFill>
              <a:latin typeface="Lexend Tera"/>
              <a:ea typeface="Lexend Tera"/>
              <a:cs typeface="Lexend Tera"/>
              <a:sym typeface="Lexend Tera"/>
            </a:endParaRPr>
          </a:p>
        </p:txBody>
      </p:sp>
      <p:sp>
        <p:nvSpPr>
          <p:cNvPr id="4223" name="Google Shape;4223;p40"/>
          <p:cNvSpPr txBox="1"/>
          <p:nvPr/>
        </p:nvSpPr>
        <p:spPr>
          <a:xfrm>
            <a:off x="6183200" y="1383000"/>
            <a:ext cx="1315500" cy="462600"/>
          </a:xfrm>
          <a:prstGeom prst="rect">
            <a:avLst/>
          </a:prstGeom>
          <a:noFill/>
          <a:ln>
            <a:noFill/>
          </a:ln>
        </p:spPr>
        <p:txBody>
          <a:bodyPr spcFirstLastPara="1" wrap="square" lIns="91425" tIns="90000" rIns="91425" bIns="91425" anchor="ctr" anchorCtr="0">
            <a:noAutofit/>
          </a:bodyPr>
          <a:lstStyle/>
          <a:p>
            <a:pPr marL="0" lvl="0" indent="0" algn="l" rtl="0">
              <a:spcBef>
                <a:spcPts val="0"/>
              </a:spcBef>
              <a:spcAft>
                <a:spcPts val="0"/>
              </a:spcAft>
              <a:buNone/>
            </a:pPr>
            <a:r>
              <a:rPr lang="en" sz="1800" b="1">
                <a:solidFill>
                  <a:schemeClr val="dk1"/>
                </a:solidFill>
                <a:latin typeface="Lexend Tera"/>
                <a:ea typeface="Lexend Tera"/>
                <a:cs typeface="Lexend Tera"/>
                <a:sym typeface="Lexend Tera"/>
              </a:rPr>
              <a:t>Step 3</a:t>
            </a:r>
            <a:endParaRPr sz="1800" b="1">
              <a:solidFill>
                <a:schemeClr val="dk1"/>
              </a:solidFill>
              <a:latin typeface="Lexend Tera"/>
              <a:ea typeface="Lexend Tera"/>
              <a:cs typeface="Lexend Tera"/>
              <a:sym typeface="Lexend Tera"/>
            </a:endParaRPr>
          </a:p>
        </p:txBody>
      </p:sp>
      <p:sp>
        <p:nvSpPr>
          <p:cNvPr id="4225" name="Google Shape;4225;p40"/>
          <p:cNvSpPr txBox="1"/>
          <p:nvPr/>
        </p:nvSpPr>
        <p:spPr>
          <a:xfrm>
            <a:off x="5315415" y="4240174"/>
            <a:ext cx="3461572" cy="462600"/>
          </a:xfrm>
          <a:prstGeom prst="rect">
            <a:avLst/>
          </a:prstGeom>
          <a:noFill/>
          <a:ln>
            <a:noFill/>
          </a:ln>
        </p:spPr>
        <p:txBody>
          <a:bodyPr spcFirstLastPara="1" wrap="square" lIns="91425" tIns="90000" rIns="91425" bIns="91425" anchor="b" anchorCtr="0">
            <a:noAutofit/>
          </a:bodyPr>
          <a:lstStyle/>
          <a:p>
            <a:pPr marL="0" lvl="0" indent="0" algn="l" rtl="0">
              <a:spcBef>
                <a:spcPts val="0"/>
              </a:spcBef>
              <a:spcAft>
                <a:spcPts val="0"/>
              </a:spcAft>
              <a:buNone/>
            </a:pPr>
            <a:r>
              <a:rPr lang="en" sz="1800" b="1" dirty="0">
                <a:solidFill>
                  <a:schemeClr val="dk1"/>
                </a:solidFill>
                <a:latin typeface="Lexend Tera"/>
                <a:ea typeface="Lexend Tera"/>
                <a:cs typeface="Lexend Tera"/>
                <a:sym typeface="Lexend Tera"/>
              </a:rPr>
              <a:t>Image checked for similarity with other damaged vehicles</a:t>
            </a:r>
            <a:endParaRPr sz="1800" b="1" dirty="0">
              <a:solidFill>
                <a:schemeClr val="dk1"/>
              </a:solidFill>
              <a:latin typeface="Lexend Tera"/>
              <a:ea typeface="Lexend Tera"/>
              <a:cs typeface="Lexend Tera"/>
              <a:sym typeface="Lexend Tera"/>
            </a:endParaRPr>
          </a:p>
        </p:txBody>
      </p:sp>
      <p:sp>
        <p:nvSpPr>
          <p:cNvPr id="4226" name="Google Shape;4226;p40"/>
          <p:cNvSpPr txBox="1"/>
          <p:nvPr/>
        </p:nvSpPr>
        <p:spPr>
          <a:xfrm>
            <a:off x="6183200" y="3183525"/>
            <a:ext cx="1315500" cy="462600"/>
          </a:xfrm>
          <a:prstGeom prst="rect">
            <a:avLst/>
          </a:prstGeom>
          <a:noFill/>
          <a:ln>
            <a:noFill/>
          </a:ln>
        </p:spPr>
        <p:txBody>
          <a:bodyPr spcFirstLastPara="1" wrap="square" lIns="91425" tIns="90000" rIns="91425" bIns="91425" anchor="ctr" anchorCtr="0">
            <a:noAutofit/>
          </a:bodyPr>
          <a:lstStyle/>
          <a:p>
            <a:pPr marL="0" lvl="0" indent="0" algn="l" rtl="0">
              <a:spcBef>
                <a:spcPts val="0"/>
              </a:spcBef>
              <a:spcAft>
                <a:spcPts val="0"/>
              </a:spcAft>
              <a:buNone/>
            </a:pPr>
            <a:r>
              <a:rPr lang="en" sz="1800" b="1">
                <a:solidFill>
                  <a:schemeClr val="dk1"/>
                </a:solidFill>
                <a:latin typeface="Lexend Tera"/>
                <a:ea typeface="Lexend Tera"/>
                <a:cs typeface="Lexend Tera"/>
                <a:sym typeface="Lexend Tera"/>
              </a:rPr>
              <a:t>Step 6</a:t>
            </a:r>
            <a:endParaRPr sz="1800" b="1">
              <a:solidFill>
                <a:schemeClr val="dk1"/>
              </a:solidFill>
              <a:latin typeface="Lexend Tera"/>
              <a:ea typeface="Lexend Tera"/>
              <a:cs typeface="Lexend Tera"/>
              <a:sym typeface="Lexend Tera"/>
            </a:endParaRPr>
          </a:p>
        </p:txBody>
      </p:sp>
      <p:sp>
        <p:nvSpPr>
          <p:cNvPr id="4227" name="Google Shape;4227;p40"/>
          <p:cNvSpPr txBox="1"/>
          <p:nvPr/>
        </p:nvSpPr>
        <p:spPr>
          <a:xfrm>
            <a:off x="5765900" y="2193348"/>
            <a:ext cx="2150100" cy="462600"/>
          </a:xfrm>
          <a:prstGeom prst="rect">
            <a:avLst/>
          </a:prstGeom>
          <a:noFill/>
          <a:ln>
            <a:noFill/>
          </a:ln>
        </p:spPr>
        <p:txBody>
          <a:bodyPr spcFirstLastPara="1" wrap="square" lIns="91425" tIns="90000" rIns="91425" bIns="91425" anchor="b" anchorCtr="0">
            <a:noAutofit/>
          </a:bodyPr>
          <a:lstStyle/>
          <a:p>
            <a:pPr marL="0" lvl="0" indent="0" algn="l" rtl="0">
              <a:spcBef>
                <a:spcPts val="0"/>
              </a:spcBef>
              <a:spcAft>
                <a:spcPts val="0"/>
              </a:spcAft>
              <a:buNone/>
            </a:pPr>
            <a:r>
              <a:rPr lang="en" sz="1800" b="1" dirty="0">
                <a:solidFill>
                  <a:schemeClr val="dk1"/>
                </a:solidFill>
                <a:latin typeface="Lexend Tera"/>
                <a:ea typeface="Lexend Tera"/>
                <a:cs typeface="Lexend Tera"/>
                <a:sym typeface="Lexend Tera"/>
              </a:rPr>
              <a:t>Greyscale converted to patches</a:t>
            </a:r>
            <a:endParaRPr sz="1800" b="1" dirty="0">
              <a:solidFill>
                <a:schemeClr val="dk1"/>
              </a:solidFill>
              <a:latin typeface="Lexend Tera"/>
              <a:ea typeface="Lexend Tera"/>
              <a:cs typeface="Lexend Tera"/>
              <a:sym typeface="Lexend Tera"/>
            </a:endParaRPr>
          </a:p>
        </p:txBody>
      </p:sp>
      <p:cxnSp>
        <p:nvCxnSpPr>
          <p:cNvPr id="4228" name="Google Shape;4228;p40"/>
          <p:cNvCxnSpPr>
            <a:stCxn id="4223" idx="3"/>
            <a:endCxn id="4214" idx="1"/>
          </p:cNvCxnSpPr>
          <p:nvPr/>
        </p:nvCxnSpPr>
        <p:spPr>
          <a:xfrm flipH="1">
            <a:off x="920600" y="1614300"/>
            <a:ext cx="6578100" cy="1800600"/>
          </a:xfrm>
          <a:prstGeom prst="bentConnector5">
            <a:avLst>
              <a:gd name="adj1" fmla="val -14191"/>
              <a:gd name="adj2" fmla="val 67072"/>
              <a:gd name="adj3" fmla="val 103621"/>
            </a:avLst>
          </a:prstGeom>
          <a:noFill/>
          <a:ln w="19050" cap="flat" cmpd="sng">
            <a:solidFill>
              <a:schemeClr val="dk1"/>
            </a:solidFill>
            <a:prstDash val="solid"/>
            <a:round/>
            <a:headEnd type="none" w="med" len="med"/>
            <a:tailEnd type="triangle" w="med" len="med"/>
          </a:ln>
        </p:spPr>
      </p:cxnSp>
      <p:cxnSp>
        <p:nvCxnSpPr>
          <p:cNvPr id="4229" name="Google Shape;4229;p40"/>
          <p:cNvCxnSpPr>
            <a:stCxn id="4214" idx="3"/>
            <a:endCxn id="4220" idx="1"/>
          </p:cNvCxnSpPr>
          <p:nvPr/>
        </p:nvCxnSpPr>
        <p:spPr>
          <a:xfrm>
            <a:off x="2236050" y="3414825"/>
            <a:ext cx="1315800" cy="0"/>
          </a:xfrm>
          <a:prstGeom prst="straightConnector1">
            <a:avLst/>
          </a:prstGeom>
          <a:noFill/>
          <a:ln w="19050" cap="flat" cmpd="sng">
            <a:solidFill>
              <a:schemeClr val="dk1"/>
            </a:solidFill>
            <a:prstDash val="solid"/>
            <a:round/>
            <a:headEnd type="none" w="med" len="med"/>
            <a:tailEnd type="none" w="med" len="med"/>
          </a:ln>
        </p:spPr>
      </p:cxnSp>
      <p:cxnSp>
        <p:nvCxnSpPr>
          <p:cNvPr id="4230" name="Google Shape;4230;p40"/>
          <p:cNvCxnSpPr>
            <a:stCxn id="4220" idx="3"/>
            <a:endCxn id="4226" idx="1"/>
          </p:cNvCxnSpPr>
          <p:nvPr/>
        </p:nvCxnSpPr>
        <p:spPr>
          <a:xfrm>
            <a:off x="4867350" y="3414825"/>
            <a:ext cx="1315800" cy="0"/>
          </a:xfrm>
          <a:prstGeom prst="straightConnector1">
            <a:avLst/>
          </a:prstGeom>
          <a:noFill/>
          <a:ln w="19050" cap="flat" cmpd="sng">
            <a:solidFill>
              <a:schemeClr val="dk1"/>
            </a:solidFill>
            <a:prstDash val="solid"/>
            <a:round/>
            <a:headEnd type="none" w="med" len="med"/>
            <a:tailEnd type="none" w="med" len="med"/>
          </a:ln>
        </p:spPr>
      </p:cxnSp>
      <p:cxnSp>
        <p:nvCxnSpPr>
          <p:cNvPr id="4231" name="Google Shape;4231;p40"/>
          <p:cNvCxnSpPr>
            <a:stCxn id="4211" idx="3"/>
            <a:endCxn id="4217" idx="1"/>
          </p:cNvCxnSpPr>
          <p:nvPr/>
        </p:nvCxnSpPr>
        <p:spPr>
          <a:xfrm>
            <a:off x="2236050" y="1614300"/>
            <a:ext cx="1315800" cy="0"/>
          </a:xfrm>
          <a:prstGeom prst="straightConnector1">
            <a:avLst/>
          </a:prstGeom>
          <a:noFill/>
          <a:ln w="19050" cap="flat" cmpd="sng">
            <a:solidFill>
              <a:schemeClr val="dk1"/>
            </a:solidFill>
            <a:prstDash val="solid"/>
            <a:round/>
            <a:headEnd type="none" w="med" len="med"/>
            <a:tailEnd type="none" w="med" len="med"/>
          </a:ln>
        </p:spPr>
      </p:cxnSp>
      <p:cxnSp>
        <p:nvCxnSpPr>
          <p:cNvPr id="4232" name="Google Shape;4232;p40"/>
          <p:cNvCxnSpPr>
            <a:stCxn id="4217" idx="3"/>
            <a:endCxn id="4223" idx="1"/>
          </p:cNvCxnSpPr>
          <p:nvPr/>
        </p:nvCxnSpPr>
        <p:spPr>
          <a:xfrm>
            <a:off x="4867350" y="1614300"/>
            <a:ext cx="13158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77D8A164-EBE0-A757-5DFC-8A3C190E196B}"/>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3A5E8A76-ECBF-B90C-6807-EC6F1F1CE7D7}"/>
              </a:ext>
            </a:extLst>
          </p:cNvPr>
          <p:cNvSpPr txBox="1">
            <a:spLocks noGrp="1"/>
          </p:cNvSpPr>
          <p:nvPr>
            <p:ph type="title"/>
          </p:nvPr>
        </p:nvSpPr>
        <p:spPr>
          <a:xfrm>
            <a:off x="3279175" y="1284800"/>
            <a:ext cx="4197000" cy="246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UI OVERVIEW</a:t>
            </a:r>
            <a:endParaRPr dirty="0"/>
          </a:p>
        </p:txBody>
      </p:sp>
      <p:sp>
        <p:nvSpPr>
          <p:cNvPr id="4061" name="Google Shape;4061;p30">
            <a:extLst>
              <a:ext uri="{FF2B5EF4-FFF2-40B4-BE49-F238E27FC236}">
                <a16:creationId xmlns:a16="http://schemas.microsoft.com/office/drawing/2014/main" id="{53D3D0B1-2901-3797-0099-0764C4ACE6D3}"/>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4064" name="Google Shape;4064;p30">
            <a:extLst>
              <a:ext uri="{FF2B5EF4-FFF2-40B4-BE49-F238E27FC236}">
                <a16:creationId xmlns:a16="http://schemas.microsoft.com/office/drawing/2014/main" id="{21684E31-2313-B7BB-3087-325B4FCFDBCB}"/>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03834992-4C48-1594-1008-E218A875950E}"/>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99E1E44C-0065-2F6F-4F81-BABCE14EEB85}"/>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1F9530EC-0750-C01C-3A73-3FBDBA3BB798}"/>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55B5785B-9B3E-ED6E-38D8-4CC90999C472}"/>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B3D74846-51CE-F973-81D4-CF3C787F3DEF}"/>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A4B708F6-9354-29A2-6892-F3568D4DCC1A}"/>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947C7E22-4336-4AE5-46A0-2F9A3FF3CDDD}"/>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07227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48">
          <a:extLst>
            <a:ext uri="{FF2B5EF4-FFF2-40B4-BE49-F238E27FC236}">
              <a16:creationId xmlns:a16="http://schemas.microsoft.com/office/drawing/2014/main" id="{DD91458A-D9D6-25E7-94B3-904CCA49F52B}"/>
            </a:ext>
          </a:extLst>
        </p:cNvPr>
        <p:cNvGrpSpPr/>
        <p:nvPr/>
      </p:nvGrpSpPr>
      <p:grpSpPr>
        <a:xfrm>
          <a:off x="0" y="0"/>
          <a:ext cx="0" cy="0"/>
          <a:chOff x="0" y="0"/>
          <a:chExt cx="0" cy="0"/>
        </a:xfrm>
      </p:grpSpPr>
      <p:sp>
        <p:nvSpPr>
          <p:cNvPr id="4050" name="Google Shape;4050;p29">
            <a:extLst>
              <a:ext uri="{FF2B5EF4-FFF2-40B4-BE49-F238E27FC236}">
                <a16:creationId xmlns:a16="http://schemas.microsoft.com/office/drawing/2014/main" id="{5A8103D6-8F6B-9452-3E12-D6ED4D5B9574}"/>
              </a:ext>
            </a:extLst>
          </p:cNvPr>
          <p:cNvSpPr txBox="1">
            <a:spLocks noGrp="1"/>
          </p:cNvSpPr>
          <p:nvPr>
            <p:ph type="title" idx="4294967295"/>
          </p:nvPr>
        </p:nvSpPr>
        <p:spPr>
          <a:xfrm>
            <a:off x="2395275" y="1414780"/>
            <a:ext cx="3848100" cy="46196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ZA" dirty="0"/>
              <a:t>UI OVERVIEW</a:t>
            </a:r>
            <a:br>
              <a:rPr lang="en-ZA" dirty="0"/>
            </a:br>
            <a:br>
              <a:rPr lang="en-ZA" dirty="0"/>
            </a:br>
            <a:br>
              <a:rPr lang="en-ZA" dirty="0"/>
            </a:br>
            <a:br>
              <a:rPr lang="en-ZA" dirty="0"/>
            </a:br>
            <a:endParaRPr dirty="0"/>
          </a:p>
        </p:txBody>
      </p:sp>
      <p:sp>
        <p:nvSpPr>
          <p:cNvPr id="4051" name="Google Shape;4051;p29">
            <a:extLst>
              <a:ext uri="{FF2B5EF4-FFF2-40B4-BE49-F238E27FC236}">
                <a16:creationId xmlns:a16="http://schemas.microsoft.com/office/drawing/2014/main" id="{8369998B-DAAB-9E46-6B17-7C5F519D1433}"/>
              </a:ext>
            </a:extLst>
          </p:cNvPr>
          <p:cNvSpPr txBox="1">
            <a:spLocks noGrp="1"/>
          </p:cNvSpPr>
          <p:nvPr>
            <p:ph type="body" idx="4294967295"/>
          </p:nvPr>
        </p:nvSpPr>
        <p:spPr>
          <a:xfrm>
            <a:off x="815340" y="843597"/>
            <a:ext cx="7780020" cy="34563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191919"/>
              </a:buClr>
              <a:buSzPts val="1100"/>
              <a:buNone/>
            </a:pPr>
            <a:br>
              <a:rPr lang="en-ZA" sz="1600" dirty="0"/>
            </a:br>
            <a:r>
              <a:rPr lang="en-ZA" sz="1600" dirty="0"/>
              <a:t>User is greeted with a screen with </a:t>
            </a:r>
            <a:br>
              <a:rPr lang="en-ZA" sz="1600" dirty="0"/>
            </a:br>
            <a:r>
              <a:rPr lang="en-ZA" sz="1600" dirty="0"/>
              <a:t>3 </a:t>
            </a:r>
            <a:r>
              <a:rPr lang="en-ZA" sz="1600" dirty="0" err="1"/>
              <a:t>imageview’s</a:t>
            </a:r>
            <a:r>
              <a:rPr lang="en-ZA" sz="1600" dirty="0"/>
              <a:t> </a:t>
            </a:r>
            <a:br>
              <a:rPr lang="en-ZA" sz="1600" dirty="0"/>
            </a:br>
            <a:r>
              <a:rPr lang="en-ZA" sz="1600" dirty="0"/>
              <a:t>2 buttons </a:t>
            </a:r>
            <a:br>
              <a:rPr lang="en-ZA" sz="1600" dirty="0"/>
            </a:br>
            <a:r>
              <a:rPr lang="en-ZA" sz="1600" dirty="0"/>
              <a:t>1 </a:t>
            </a:r>
            <a:r>
              <a:rPr lang="en-ZA" sz="1600" dirty="0" err="1"/>
              <a:t>textview</a:t>
            </a:r>
            <a:r>
              <a:rPr lang="en-ZA" sz="1600" dirty="0"/>
              <a:t>.</a:t>
            </a:r>
            <a:br>
              <a:rPr lang="en-ZA" sz="1600" dirty="0"/>
            </a:br>
            <a:br>
              <a:rPr lang="en-ZA" sz="1600" dirty="0"/>
            </a:br>
            <a:r>
              <a:rPr lang="en-ZA" sz="1600" dirty="0"/>
              <a:t>The purpose of the </a:t>
            </a:r>
            <a:r>
              <a:rPr lang="en-ZA" sz="1600" dirty="0" err="1"/>
              <a:t>imageview’s</a:t>
            </a:r>
            <a:r>
              <a:rPr lang="en-ZA" sz="1600" dirty="0"/>
              <a:t> are to see the detected damage of the vehicles alongside the uploaded photo for reference.</a:t>
            </a:r>
            <a:br>
              <a:rPr lang="en-ZA" sz="1600" dirty="0"/>
            </a:br>
            <a:br>
              <a:rPr lang="en-ZA" sz="1600" dirty="0"/>
            </a:br>
            <a:r>
              <a:rPr lang="en-ZA" sz="1600" dirty="0"/>
              <a:t>The three buttons allow users to do the following:</a:t>
            </a:r>
            <a:br>
              <a:rPr lang="en-ZA" sz="1600" dirty="0"/>
            </a:br>
            <a:r>
              <a:rPr lang="en-ZA" sz="1600" dirty="0"/>
              <a:t>  - initiate damage analysis</a:t>
            </a:r>
            <a:br>
              <a:rPr lang="en-ZA" sz="1600" dirty="0"/>
            </a:br>
            <a:r>
              <a:rPr lang="en-ZA" sz="1600" dirty="0"/>
              <a:t>  - clear their screen</a:t>
            </a:r>
            <a:br>
              <a:rPr lang="en-ZA" sz="1600" dirty="0"/>
            </a:br>
            <a:r>
              <a:rPr lang="en-ZA" sz="1600" dirty="0"/>
              <a:t>  - save the detected damage view</a:t>
            </a:r>
          </a:p>
          <a:p>
            <a:pPr marL="0" lvl="0" indent="0" algn="l" rtl="0">
              <a:spcBef>
                <a:spcPts val="0"/>
              </a:spcBef>
              <a:spcAft>
                <a:spcPts val="0"/>
              </a:spcAft>
              <a:buClr>
                <a:srgbClr val="191919"/>
              </a:buClr>
              <a:buSzPts val="1100"/>
              <a:buFont typeface="Arial"/>
              <a:buNone/>
            </a:pPr>
            <a:endParaRPr lang="en-ZA" sz="1600" dirty="0"/>
          </a:p>
          <a:p>
            <a:pPr marL="0" indent="0">
              <a:buClr>
                <a:srgbClr val="191919"/>
              </a:buClr>
              <a:buSzPts val="1100"/>
              <a:buNone/>
            </a:pPr>
            <a:r>
              <a:rPr lang="en-ZA" sz="1600" dirty="0"/>
              <a:t>The </a:t>
            </a:r>
            <a:r>
              <a:rPr lang="en-ZA" sz="1600" dirty="0" err="1"/>
              <a:t>textview</a:t>
            </a:r>
            <a:r>
              <a:rPr lang="en-ZA" sz="1600" dirty="0"/>
              <a:t> reports on the final conclusion, whether or not a vehicle is damaged</a:t>
            </a:r>
          </a:p>
          <a:p>
            <a:pPr marL="0" lvl="0" indent="0" algn="l" rtl="0">
              <a:spcBef>
                <a:spcPts val="0"/>
              </a:spcBef>
              <a:spcAft>
                <a:spcPts val="0"/>
              </a:spcAft>
              <a:buClr>
                <a:srgbClr val="191919"/>
              </a:buClr>
              <a:buSzPts val="1100"/>
              <a:buFont typeface="Arial"/>
              <a:buNone/>
            </a:pPr>
            <a:endParaRPr sz="1600" dirty="0"/>
          </a:p>
        </p:txBody>
      </p:sp>
    </p:spTree>
    <p:extLst>
      <p:ext uri="{BB962C8B-B14F-4D97-AF65-F5344CB8AC3E}">
        <p14:creationId xmlns:p14="http://schemas.microsoft.com/office/powerpoint/2010/main" val="3617099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48"/>
        <p:cNvGrpSpPr/>
        <p:nvPr/>
      </p:nvGrpSpPr>
      <p:grpSpPr>
        <a:xfrm>
          <a:off x="0" y="0"/>
          <a:ext cx="0" cy="0"/>
          <a:chOff x="0" y="0"/>
          <a:chExt cx="0" cy="0"/>
        </a:xfrm>
      </p:grpSpPr>
      <p:sp>
        <p:nvSpPr>
          <p:cNvPr id="4050" name="Google Shape;4050;p29"/>
          <p:cNvSpPr txBox="1">
            <a:spLocks noGrp="1"/>
          </p:cNvSpPr>
          <p:nvPr>
            <p:ph type="title" idx="4294967295"/>
          </p:nvPr>
        </p:nvSpPr>
        <p:spPr>
          <a:xfrm>
            <a:off x="2395275" y="1414780"/>
            <a:ext cx="3848100" cy="46196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ZA" dirty="0"/>
              <a:t>UI OVERVIEW</a:t>
            </a:r>
            <a:br>
              <a:rPr lang="en-ZA" dirty="0"/>
            </a:br>
            <a:br>
              <a:rPr lang="en-ZA" dirty="0"/>
            </a:br>
            <a:br>
              <a:rPr lang="en-ZA" dirty="0"/>
            </a:br>
            <a:br>
              <a:rPr lang="en-ZA" dirty="0"/>
            </a:br>
            <a:endParaRPr dirty="0"/>
          </a:p>
        </p:txBody>
      </p:sp>
      <p:pic>
        <p:nvPicPr>
          <p:cNvPr id="6" name="Picture 5">
            <a:extLst>
              <a:ext uri="{FF2B5EF4-FFF2-40B4-BE49-F238E27FC236}">
                <a16:creationId xmlns:a16="http://schemas.microsoft.com/office/drawing/2014/main" id="{D485ECCB-F37D-6FA6-DC71-C19B794613A5}"/>
              </a:ext>
            </a:extLst>
          </p:cNvPr>
          <p:cNvPicPr>
            <a:picLocks noChangeAspect="1"/>
          </p:cNvPicPr>
          <p:nvPr/>
        </p:nvPicPr>
        <p:blipFill>
          <a:blip r:embed="rId3"/>
          <a:stretch>
            <a:fillRect/>
          </a:stretch>
        </p:blipFill>
        <p:spPr>
          <a:xfrm>
            <a:off x="906966" y="1212439"/>
            <a:ext cx="7449015" cy="30959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6EC95142-7CB2-57F4-4F54-FD33E13A6E95}"/>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07DA2AE2-65E3-90EE-F3FA-BCD110508061}"/>
              </a:ext>
            </a:extLst>
          </p:cNvPr>
          <p:cNvSpPr txBox="1">
            <a:spLocks noGrp="1"/>
          </p:cNvSpPr>
          <p:nvPr>
            <p:ph type="title"/>
          </p:nvPr>
        </p:nvSpPr>
        <p:spPr>
          <a:xfrm>
            <a:off x="3279175" y="1284800"/>
            <a:ext cx="4197000" cy="246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Image Processing</a:t>
            </a:r>
            <a:endParaRPr dirty="0"/>
          </a:p>
        </p:txBody>
      </p:sp>
      <p:sp>
        <p:nvSpPr>
          <p:cNvPr id="4061" name="Google Shape;4061;p30">
            <a:extLst>
              <a:ext uri="{FF2B5EF4-FFF2-40B4-BE49-F238E27FC236}">
                <a16:creationId xmlns:a16="http://schemas.microsoft.com/office/drawing/2014/main" id="{BD3C7958-2CD8-E3C5-AE8E-E57CDBDDC0E3}"/>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4064" name="Google Shape;4064;p30">
            <a:extLst>
              <a:ext uri="{FF2B5EF4-FFF2-40B4-BE49-F238E27FC236}">
                <a16:creationId xmlns:a16="http://schemas.microsoft.com/office/drawing/2014/main" id="{112C4E65-B7BC-8C36-DE62-78B218C33EBB}"/>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D0D3688E-5CDA-EE32-9699-669C75F6D496}"/>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69705E1B-66D9-393E-72FC-86E8324B8C34}"/>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BCF0BF16-A177-6C04-21DF-81255589572E}"/>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8BDC043F-E1A9-2E77-656C-CFD31063DA3A}"/>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DD5FB8DB-927E-041D-A352-BC2670270828}"/>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ED18453F-4A60-DBB5-CB96-346FFE75983E}"/>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811E0CAD-4516-F11A-6A6B-AB294E842E5B}"/>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29914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F40BC442-FC78-6456-5526-B61B03F0561E}"/>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809A754D-820E-1C00-2F64-03211F723AF5}"/>
              </a:ext>
            </a:extLst>
          </p:cNvPr>
          <p:cNvSpPr txBox="1">
            <a:spLocks noGrp="1"/>
          </p:cNvSpPr>
          <p:nvPr>
            <p:ph type="subTitle" idx="4294967295"/>
          </p:nvPr>
        </p:nvSpPr>
        <p:spPr>
          <a:xfrm>
            <a:off x="1226634" y="1501697"/>
            <a:ext cx="6936059" cy="2795239"/>
          </a:xfrm>
          <a:prstGeom prst="rect">
            <a:avLst/>
          </a:prstGeom>
        </p:spPr>
        <p:txBody>
          <a:bodyPr spcFirstLastPara="1" wrap="square" lIns="91425" tIns="91425" rIns="91425" bIns="91425" anchor="t" anchorCtr="0">
            <a:noAutofit/>
          </a:bodyPr>
          <a:lstStyle/>
          <a:p>
            <a:pPr marL="0" lvl="0" indent="0">
              <a:buNone/>
            </a:pPr>
            <a:r>
              <a:rPr lang="en-US" sz="2000" dirty="0"/>
              <a:t>Our first step in processing our image is a conversion to greyscale. This simplifies our image and reduces processing by going from 3 separate RGB values to just one value. Namely, the intensity.</a:t>
            </a:r>
            <a:br>
              <a:rPr lang="en-US" sz="2000" dirty="0"/>
            </a:br>
            <a:r>
              <a:rPr lang="en-US" sz="2000" dirty="0"/>
              <a:t>We focus on how bright or dark regions are relative to each other</a:t>
            </a:r>
            <a:endParaRPr sz="2000" dirty="0"/>
          </a:p>
        </p:txBody>
      </p:sp>
      <p:sp>
        <p:nvSpPr>
          <p:cNvPr id="3" name="Title 2">
            <a:extLst>
              <a:ext uri="{FF2B5EF4-FFF2-40B4-BE49-F238E27FC236}">
                <a16:creationId xmlns:a16="http://schemas.microsoft.com/office/drawing/2014/main" id="{1AC4F127-AB73-56B6-EEE3-33834F92D87E}"/>
              </a:ext>
            </a:extLst>
          </p:cNvPr>
          <p:cNvSpPr>
            <a:spLocks noGrp="1"/>
          </p:cNvSpPr>
          <p:nvPr>
            <p:ph type="title" idx="4294967295"/>
          </p:nvPr>
        </p:nvSpPr>
        <p:spPr>
          <a:xfrm>
            <a:off x="3077736" y="510808"/>
            <a:ext cx="4192588" cy="671512"/>
          </a:xfrm>
        </p:spPr>
        <p:txBody>
          <a:bodyPr/>
          <a:lstStyle/>
          <a:p>
            <a:br>
              <a:rPr lang="en-ZA" dirty="0"/>
            </a:br>
            <a:r>
              <a:rPr lang="en-ZA" dirty="0"/>
              <a:t>Greyscale Conversion</a:t>
            </a:r>
          </a:p>
        </p:txBody>
      </p:sp>
    </p:spTree>
    <p:extLst>
      <p:ext uri="{BB962C8B-B14F-4D97-AF65-F5344CB8AC3E}">
        <p14:creationId xmlns:p14="http://schemas.microsoft.com/office/powerpoint/2010/main" val="2708546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E650D5D7-8914-4D3C-BCC4-8EE77E2B7DEA}"/>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4508C013-FCE0-F03D-E905-A6BD95114C81}"/>
              </a:ext>
            </a:extLst>
          </p:cNvPr>
          <p:cNvSpPr txBox="1">
            <a:spLocks noGrp="1"/>
          </p:cNvSpPr>
          <p:nvPr>
            <p:ph type="subTitle" idx="4294967295"/>
          </p:nvPr>
        </p:nvSpPr>
        <p:spPr>
          <a:xfrm>
            <a:off x="535258" y="1747508"/>
            <a:ext cx="4464205" cy="2366987"/>
          </a:xfrm>
          <a:prstGeom prst="rect">
            <a:avLst/>
          </a:prstGeom>
        </p:spPr>
        <p:txBody>
          <a:bodyPr spcFirstLastPara="1" wrap="square" lIns="91425" tIns="91425" rIns="91425" bIns="91425" anchor="t" anchorCtr="0">
            <a:noAutofit/>
          </a:bodyPr>
          <a:lstStyle/>
          <a:p>
            <a:pPr marL="0" lvl="0" indent="0">
              <a:buNone/>
            </a:pPr>
            <a:r>
              <a:rPr lang="en-US" sz="1400" dirty="0"/>
              <a:t>Images are made of thousands of pixels. Working with every single pixel directly would be computationally heavy. SLIC (simple linear iterative clustering) groups </a:t>
            </a:r>
            <a:r>
              <a:rPr lang="en-US" sz="1400" dirty="0" err="1"/>
              <a:t>neighbouring</a:t>
            </a:r>
            <a:r>
              <a:rPr lang="en-US" sz="1400" dirty="0"/>
              <a:t> pixels that look similar into patches called </a:t>
            </a:r>
            <a:r>
              <a:rPr lang="en-US" sz="1400" dirty="0" err="1"/>
              <a:t>superpixels</a:t>
            </a:r>
            <a:r>
              <a:rPr lang="en-US" sz="1400" dirty="0"/>
              <a:t>. The idea is that pixels within the same patch are probably part of the same surface. </a:t>
            </a:r>
            <a:endParaRPr sz="1400" dirty="0"/>
          </a:p>
        </p:txBody>
      </p:sp>
      <p:sp>
        <p:nvSpPr>
          <p:cNvPr id="3" name="Title 2">
            <a:extLst>
              <a:ext uri="{FF2B5EF4-FFF2-40B4-BE49-F238E27FC236}">
                <a16:creationId xmlns:a16="http://schemas.microsoft.com/office/drawing/2014/main" id="{91581B2A-EA43-5C3E-D79B-6127F17E4094}"/>
              </a:ext>
            </a:extLst>
          </p:cNvPr>
          <p:cNvSpPr>
            <a:spLocks noGrp="1"/>
          </p:cNvSpPr>
          <p:nvPr>
            <p:ph type="title" idx="4294967295"/>
          </p:nvPr>
        </p:nvSpPr>
        <p:spPr>
          <a:xfrm>
            <a:off x="486936" y="554889"/>
            <a:ext cx="4192588" cy="671512"/>
          </a:xfrm>
        </p:spPr>
        <p:txBody>
          <a:bodyPr/>
          <a:lstStyle/>
          <a:p>
            <a:br>
              <a:rPr lang="en-ZA" dirty="0"/>
            </a:br>
            <a:r>
              <a:rPr lang="en-ZA" dirty="0"/>
              <a:t>SLIC </a:t>
            </a:r>
            <a:br>
              <a:rPr lang="en-ZA" dirty="0"/>
            </a:br>
            <a:r>
              <a:rPr lang="en-ZA" dirty="0"/>
              <a:t>Super-pixel Segmentation</a:t>
            </a:r>
          </a:p>
        </p:txBody>
      </p:sp>
      <p:pic>
        <p:nvPicPr>
          <p:cNvPr id="4" name="Picture 3">
            <a:extLst>
              <a:ext uri="{FF2B5EF4-FFF2-40B4-BE49-F238E27FC236}">
                <a16:creationId xmlns:a16="http://schemas.microsoft.com/office/drawing/2014/main" id="{9A2486FA-0045-C94F-2962-AA1A20D1FBB7}"/>
              </a:ext>
            </a:extLst>
          </p:cNvPr>
          <p:cNvPicPr>
            <a:picLocks noChangeAspect="1"/>
          </p:cNvPicPr>
          <p:nvPr/>
        </p:nvPicPr>
        <p:blipFill>
          <a:blip r:embed="rId3"/>
          <a:stretch>
            <a:fillRect/>
          </a:stretch>
        </p:blipFill>
        <p:spPr>
          <a:xfrm>
            <a:off x="5694556" y="389037"/>
            <a:ext cx="2914186" cy="2182713"/>
          </a:xfrm>
          <a:prstGeom prst="rect">
            <a:avLst/>
          </a:prstGeom>
        </p:spPr>
      </p:pic>
      <p:pic>
        <p:nvPicPr>
          <p:cNvPr id="6" name="Picture 5">
            <a:extLst>
              <a:ext uri="{FF2B5EF4-FFF2-40B4-BE49-F238E27FC236}">
                <a16:creationId xmlns:a16="http://schemas.microsoft.com/office/drawing/2014/main" id="{58C375BB-9D43-7E11-3ADA-86CC96688D6E}"/>
              </a:ext>
            </a:extLst>
          </p:cNvPr>
          <p:cNvPicPr>
            <a:picLocks noChangeAspect="1"/>
          </p:cNvPicPr>
          <p:nvPr/>
        </p:nvPicPr>
        <p:blipFill>
          <a:blip r:embed="rId4"/>
          <a:stretch>
            <a:fillRect/>
          </a:stretch>
        </p:blipFill>
        <p:spPr>
          <a:xfrm>
            <a:off x="5189035" y="2436019"/>
            <a:ext cx="2743471" cy="2050731"/>
          </a:xfrm>
          <a:prstGeom prst="rect">
            <a:avLst/>
          </a:prstGeom>
        </p:spPr>
      </p:pic>
    </p:spTree>
    <p:extLst>
      <p:ext uri="{BB962C8B-B14F-4D97-AF65-F5344CB8AC3E}">
        <p14:creationId xmlns:p14="http://schemas.microsoft.com/office/powerpoint/2010/main" val="4069510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432D526E-1F46-EBBF-F59E-9BAF14BA1C97}"/>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06BEA2E3-9AD3-D8F6-7423-2A5FDBAB8767}"/>
              </a:ext>
            </a:extLst>
          </p:cNvPr>
          <p:cNvSpPr txBox="1">
            <a:spLocks noGrp="1"/>
          </p:cNvSpPr>
          <p:nvPr>
            <p:ph type="subTitle" idx="4294967295"/>
          </p:nvPr>
        </p:nvSpPr>
        <p:spPr>
          <a:xfrm>
            <a:off x="1754459" y="1405054"/>
            <a:ext cx="6237248" cy="2899317"/>
          </a:xfrm>
          <a:prstGeom prst="rect">
            <a:avLst/>
          </a:prstGeom>
        </p:spPr>
        <p:txBody>
          <a:bodyPr spcFirstLastPara="1" wrap="square" lIns="91425" tIns="91425" rIns="91425" bIns="91425" anchor="t" anchorCtr="0">
            <a:noAutofit/>
          </a:bodyPr>
          <a:lstStyle/>
          <a:p>
            <a:pPr marL="0" lvl="0" indent="0">
              <a:buNone/>
            </a:pPr>
            <a:r>
              <a:rPr lang="en-US" sz="2000" dirty="0"/>
              <a:t>We need to know what each patch looks like so we can compare patches against each other. For every patch we compute its average intensity, centroid position, size, and texture variance. These properties become the properties of each node in the graph</a:t>
            </a:r>
            <a:endParaRPr sz="2000" dirty="0"/>
          </a:p>
        </p:txBody>
      </p:sp>
      <p:sp>
        <p:nvSpPr>
          <p:cNvPr id="3" name="Title 2">
            <a:extLst>
              <a:ext uri="{FF2B5EF4-FFF2-40B4-BE49-F238E27FC236}">
                <a16:creationId xmlns:a16="http://schemas.microsoft.com/office/drawing/2014/main" id="{F6753D58-A80B-2618-267A-5BA76EE0FEB4}"/>
              </a:ext>
            </a:extLst>
          </p:cNvPr>
          <p:cNvSpPr>
            <a:spLocks noGrp="1"/>
          </p:cNvSpPr>
          <p:nvPr>
            <p:ph type="title" idx="4294967295"/>
          </p:nvPr>
        </p:nvSpPr>
        <p:spPr>
          <a:xfrm>
            <a:off x="2903169" y="540021"/>
            <a:ext cx="4192588" cy="671512"/>
          </a:xfrm>
        </p:spPr>
        <p:txBody>
          <a:bodyPr/>
          <a:lstStyle/>
          <a:p>
            <a:r>
              <a:rPr lang="en-ZA" dirty="0"/>
              <a:t>Building </a:t>
            </a:r>
            <a:r>
              <a:rPr lang="en-ZA" dirty="0" err="1"/>
              <a:t>Patchnodes</a:t>
            </a:r>
            <a:endParaRPr lang="en-ZA" dirty="0"/>
          </a:p>
        </p:txBody>
      </p:sp>
    </p:spTree>
    <p:extLst>
      <p:ext uri="{BB962C8B-B14F-4D97-AF65-F5344CB8AC3E}">
        <p14:creationId xmlns:p14="http://schemas.microsoft.com/office/powerpoint/2010/main" val="2581495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9EBBE4BF-1B54-E4AA-1DF2-309C9C9C5EE0}"/>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9C18D570-960E-8014-A5C9-94DC6B9004A3}"/>
              </a:ext>
            </a:extLst>
          </p:cNvPr>
          <p:cNvSpPr txBox="1">
            <a:spLocks noGrp="1"/>
          </p:cNvSpPr>
          <p:nvPr>
            <p:ph type="title"/>
          </p:nvPr>
        </p:nvSpPr>
        <p:spPr>
          <a:xfrm>
            <a:off x="3279174" y="1284800"/>
            <a:ext cx="4883519" cy="246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Damage Classification</a:t>
            </a:r>
            <a:endParaRPr dirty="0"/>
          </a:p>
        </p:txBody>
      </p:sp>
      <p:sp>
        <p:nvSpPr>
          <p:cNvPr id="4061" name="Google Shape;4061;p30">
            <a:extLst>
              <a:ext uri="{FF2B5EF4-FFF2-40B4-BE49-F238E27FC236}">
                <a16:creationId xmlns:a16="http://schemas.microsoft.com/office/drawing/2014/main" id="{74988662-85A2-81D2-D512-A64CD80FD13A}"/>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4064" name="Google Shape;4064;p30">
            <a:extLst>
              <a:ext uri="{FF2B5EF4-FFF2-40B4-BE49-F238E27FC236}">
                <a16:creationId xmlns:a16="http://schemas.microsoft.com/office/drawing/2014/main" id="{8DA9ACC8-51EB-9459-BE83-60B3A8B736B6}"/>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88A59229-9B2B-D0B6-955D-4CBA438D9C85}"/>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8FB0EEE5-8C33-AC9D-5654-FCA07FF01D4B}"/>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BAA059EC-B7E9-78B7-F432-9FDB6364344F}"/>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62B98BD8-5085-C719-96C7-869697EEBA8B}"/>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D257F5ED-1B7B-6C61-2B80-81B8407E4AE2}"/>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203809D4-07BB-BDBD-3143-5516B10FC542}"/>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8CE79AB9-BA09-324D-E9FB-CBAC14291750}"/>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79146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EC3A0BD8-8763-849E-E6B6-A689652A6DF9}"/>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E4964C15-A56C-7EC3-01BB-56F8319B925A}"/>
              </a:ext>
            </a:extLst>
          </p:cNvPr>
          <p:cNvSpPr txBox="1">
            <a:spLocks noGrp="1"/>
          </p:cNvSpPr>
          <p:nvPr>
            <p:ph type="subTitle" idx="4294967295"/>
          </p:nvPr>
        </p:nvSpPr>
        <p:spPr>
          <a:xfrm>
            <a:off x="572429" y="1665250"/>
            <a:ext cx="8132956" cy="2899317"/>
          </a:xfrm>
          <a:prstGeom prst="rect">
            <a:avLst/>
          </a:prstGeom>
        </p:spPr>
        <p:txBody>
          <a:bodyPr spcFirstLastPara="1" wrap="square" lIns="91425" tIns="91425" rIns="91425" bIns="91425" anchor="t" anchorCtr="0">
            <a:noAutofit/>
          </a:bodyPr>
          <a:lstStyle/>
          <a:p>
            <a:pPr marL="0" lvl="0" indent="0">
              <a:buNone/>
            </a:pPr>
            <a:r>
              <a:rPr lang="en-US" sz="1700" dirty="0"/>
              <a:t>The RAG is a graph where each patch becomes a node and each edge connects two patches that are physically adjacent in the image. We use the </a:t>
            </a:r>
            <a:r>
              <a:rPr lang="en-US" sz="1700" dirty="0" err="1"/>
              <a:t>patchnodes</a:t>
            </a:r>
            <a:r>
              <a:rPr lang="en-US" sz="1700" dirty="0"/>
              <a:t> built to create the RAG. The weight of each edge is the intensity difference between the two patches it connects. This structure lets us see which boundaries in the image are unusually sharp or unexpected? A smooth undamaged car panel should have low-weight boundaries between its patches. Damage disrupts the surface and creates sharp, high-weight boundaries. It’s visualized within the third image view and it shows a graph structure built by the </a:t>
            </a:r>
            <a:r>
              <a:rPr lang="en-US" sz="1700" dirty="0" err="1"/>
              <a:t>graphstream</a:t>
            </a:r>
            <a:r>
              <a:rPr lang="en-US" sz="1700" dirty="0"/>
              <a:t>.</a:t>
            </a:r>
            <a:endParaRPr sz="1700" dirty="0"/>
          </a:p>
        </p:txBody>
      </p:sp>
      <p:sp>
        <p:nvSpPr>
          <p:cNvPr id="3" name="Title 2">
            <a:extLst>
              <a:ext uri="{FF2B5EF4-FFF2-40B4-BE49-F238E27FC236}">
                <a16:creationId xmlns:a16="http://schemas.microsoft.com/office/drawing/2014/main" id="{84889E67-F4AD-6880-07EE-9EE26D660053}"/>
              </a:ext>
            </a:extLst>
          </p:cNvPr>
          <p:cNvSpPr>
            <a:spLocks noGrp="1"/>
          </p:cNvSpPr>
          <p:nvPr>
            <p:ph type="title" idx="4294967295"/>
          </p:nvPr>
        </p:nvSpPr>
        <p:spPr>
          <a:xfrm>
            <a:off x="2568633" y="733542"/>
            <a:ext cx="4192588" cy="671512"/>
          </a:xfrm>
        </p:spPr>
        <p:txBody>
          <a:bodyPr/>
          <a:lstStyle/>
          <a:p>
            <a:pPr algn="ctr"/>
            <a:r>
              <a:rPr lang="en-ZA" dirty="0"/>
              <a:t>REGION ADJACENCY GRAPH</a:t>
            </a:r>
          </a:p>
        </p:txBody>
      </p:sp>
    </p:spTree>
    <p:extLst>
      <p:ext uri="{BB962C8B-B14F-4D97-AF65-F5344CB8AC3E}">
        <p14:creationId xmlns:p14="http://schemas.microsoft.com/office/powerpoint/2010/main" val="207482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2AED1348-ECDC-D6EA-E8D1-0AFA6BD115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1BC648-B102-8CE4-EA84-1B64411BBBE8}"/>
              </a:ext>
            </a:extLst>
          </p:cNvPr>
          <p:cNvSpPr>
            <a:spLocks noGrp="1"/>
          </p:cNvSpPr>
          <p:nvPr>
            <p:ph type="title" idx="4294967295"/>
          </p:nvPr>
        </p:nvSpPr>
        <p:spPr>
          <a:xfrm>
            <a:off x="2568633" y="733542"/>
            <a:ext cx="4192588" cy="671512"/>
          </a:xfrm>
        </p:spPr>
        <p:txBody>
          <a:bodyPr/>
          <a:lstStyle/>
          <a:p>
            <a:pPr algn="ctr"/>
            <a:r>
              <a:rPr lang="en-ZA" dirty="0"/>
              <a:t>REGION ADJACENCY GRAPH</a:t>
            </a:r>
          </a:p>
        </p:txBody>
      </p:sp>
      <p:pic>
        <p:nvPicPr>
          <p:cNvPr id="4" name="Picture 3">
            <a:extLst>
              <a:ext uri="{FF2B5EF4-FFF2-40B4-BE49-F238E27FC236}">
                <a16:creationId xmlns:a16="http://schemas.microsoft.com/office/drawing/2014/main" id="{57A38490-ED38-4A5B-4BE7-C9C10232D887}"/>
              </a:ext>
            </a:extLst>
          </p:cNvPr>
          <p:cNvPicPr>
            <a:picLocks noChangeAspect="1"/>
          </p:cNvPicPr>
          <p:nvPr/>
        </p:nvPicPr>
        <p:blipFill>
          <a:blip r:embed="rId3"/>
          <a:stretch>
            <a:fillRect/>
          </a:stretch>
        </p:blipFill>
        <p:spPr>
          <a:xfrm>
            <a:off x="1325439" y="1582693"/>
            <a:ext cx="2347163" cy="2827265"/>
          </a:xfrm>
          <a:prstGeom prst="rect">
            <a:avLst/>
          </a:prstGeom>
        </p:spPr>
      </p:pic>
      <p:sp>
        <p:nvSpPr>
          <p:cNvPr id="7" name="Title 2">
            <a:extLst>
              <a:ext uri="{FF2B5EF4-FFF2-40B4-BE49-F238E27FC236}">
                <a16:creationId xmlns:a16="http://schemas.microsoft.com/office/drawing/2014/main" id="{AB46386D-784C-9428-99A6-B14AE98D273E}"/>
              </a:ext>
            </a:extLst>
          </p:cNvPr>
          <p:cNvSpPr txBox="1">
            <a:spLocks/>
          </p:cNvSpPr>
          <p:nvPr/>
        </p:nvSpPr>
        <p:spPr>
          <a:xfrm>
            <a:off x="3672602" y="2862959"/>
            <a:ext cx="3256021" cy="38529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Lexend Tera"/>
              <a:buNone/>
              <a:defRPr sz="2800" b="1" i="0" u="none" strike="noStrike" cap="none">
                <a:solidFill>
                  <a:schemeClr val="dk1"/>
                </a:solidFill>
                <a:latin typeface="Lexend Tera"/>
                <a:ea typeface="Lexend Tera"/>
                <a:cs typeface="Lexend Tera"/>
                <a:sym typeface="Lexend Tera"/>
              </a:defRPr>
            </a:lvl1pPr>
            <a:lvl2pPr marR="0" lvl="1"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9pPr>
          </a:lstStyle>
          <a:p>
            <a:pPr algn="ctr"/>
            <a:r>
              <a:rPr lang="en-ZA" sz="1100" u="sng" dirty="0"/>
              <a:t>DAMAGE PRESENT</a:t>
            </a:r>
          </a:p>
          <a:p>
            <a:pPr algn="ctr"/>
            <a:r>
              <a:rPr lang="en-ZA" sz="1100" dirty="0"/>
              <a:t>All patch nodes in black </a:t>
            </a:r>
            <a:r>
              <a:rPr lang="en-ZA" sz="1100" dirty="0" err="1"/>
              <a:t>reperesenting</a:t>
            </a:r>
            <a:r>
              <a:rPr lang="en-ZA" sz="1100" dirty="0"/>
              <a:t> undamaged patches</a:t>
            </a:r>
            <a:br>
              <a:rPr lang="en-ZA" sz="1100" dirty="0"/>
            </a:br>
            <a:r>
              <a:rPr lang="en-ZA" sz="1100" dirty="0"/>
              <a:t>All </a:t>
            </a:r>
            <a:r>
              <a:rPr lang="en-ZA" sz="1100" dirty="0" err="1"/>
              <a:t>patchnodes</a:t>
            </a:r>
            <a:r>
              <a:rPr lang="en-ZA" sz="1100" dirty="0"/>
              <a:t> in red representing damaged patches.</a:t>
            </a:r>
            <a:br>
              <a:rPr lang="en-ZA" sz="1100" dirty="0"/>
            </a:br>
            <a:r>
              <a:rPr lang="en-ZA" sz="1100" dirty="0"/>
              <a:t>Black lines </a:t>
            </a:r>
            <a:r>
              <a:rPr lang="en-ZA" sz="1100" dirty="0" err="1"/>
              <a:t>reperesenting</a:t>
            </a:r>
            <a:r>
              <a:rPr lang="en-ZA" sz="1100" dirty="0"/>
              <a:t> edges that connect each patch</a:t>
            </a:r>
          </a:p>
        </p:txBody>
      </p:sp>
    </p:spTree>
    <p:extLst>
      <p:ext uri="{BB962C8B-B14F-4D97-AF65-F5344CB8AC3E}">
        <p14:creationId xmlns:p14="http://schemas.microsoft.com/office/powerpoint/2010/main" val="497219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47EE1AC7-99D9-BF1E-14B1-E251F9C68D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5F524D-7CC6-C9A8-F0ED-B9A8D8E2CD81}"/>
              </a:ext>
            </a:extLst>
          </p:cNvPr>
          <p:cNvSpPr>
            <a:spLocks noGrp="1"/>
          </p:cNvSpPr>
          <p:nvPr>
            <p:ph type="title" idx="4294967295"/>
          </p:nvPr>
        </p:nvSpPr>
        <p:spPr>
          <a:xfrm>
            <a:off x="2568633" y="733542"/>
            <a:ext cx="4192588" cy="671512"/>
          </a:xfrm>
        </p:spPr>
        <p:txBody>
          <a:bodyPr/>
          <a:lstStyle/>
          <a:p>
            <a:pPr algn="ctr"/>
            <a:r>
              <a:rPr lang="en-ZA" dirty="0"/>
              <a:t>REGION ADJACENCY GRAPH</a:t>
            </a:r>
          </a:p>
        </p:txBody>
      </p:sp>
      <p:sp>
        <p:nvSpPr>
          <p:cNvPr id="7" name="Title 2">
            <a:extLst>
              <a:ext uri="{FF2B5EF4-FFF2-40B4-BE49-F238E27FC236}">
                <a16:creationId xmlns:a16="http://schemas.microsoft.com/office/drawing/2014/main" id="{350FA083-E6D0-702D-8D81-9869D02B60CC}"/>
              </a:ext>
            </a:extLst>
          </p:cNvPr>
          <p:cNvSpPr txBox="1">
            <a:spLocks/>
          </p:cNvSpPr>
          <p:nvPr/>
        </p:nvSpPr>
        <p:spPr>
          <a:xfrm>
            <a:off x="3977402" y="2571750"/>
            <a:ext cx="3256021" cy="385297"/>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Lexend Tera"/>
              <a:buNone/>
              <a:defRPr sz="2800" b="1" i="0" u="none" strike="noStrike" cap="none">
                <a:solidFill>
                  <a:schemeClr val="dk1"/>
                </a:solidFill>
                <a:latin typeface="Lexend Tera"/>
                <a:ea typeface="Lexend Tera"/>
                <a:cs typeface="Lexend Tera"/>
                <a:sym typeface="Lexend Tera"/>
              </a:defRPr>
            </a:lvl1pPr>
            <a:lvl2pPr marR="0" lvl="1"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9pPr>
          </a:lstStyle>
          <a:p>
            <a:pPr algn="ctr"/>
            <a:r>
              <a:rPr lang="en-ZA" sz="1100" u="sng" dirty="0"/>
              <a:t>NO DAMAGE PRESENT</a:t>
            </a:r>
          </a:p>
          <a:p>
            <a:pPr algn="ctr"/>
            <a:r>
              <a:rPr lang="en-ZA" sz="1100" dirty="0"/>
              <a:t>All patch nodes in black representing undamaged patches</a:t>
            </a:r>
            <a:br>
              <a:rPr lang="en-ZA" sz="1100" dirty="0"/>
            </a:br>
            <a:r>
              <a:rPr lang="en-ZA" sz="1100" dirty="0"/>
              <a:t>ZERO </a:t>
            </a:r>
            <a:r>
              <a:rPr lang="en-ZA" sz="1100" dirty="0" err="1"/>
              <a:t>patchnodes</a:t>
            </a:r>
            <a:r>
              <a:rPr lang="en-ZA" sz="1100" dirty="0"/>
              <a:t> in red Showing no damaged patches.</a:t>
            </a:r>
            <a:br>
              <a:rPr lang="en-ZA" sz="1100" dirty="0"/>
            </a:br>
            <a:r>
              <a:rPr lang="en-ZA" sz="1100" dirty="0"/>
              <a:t>Black lines representing edges that connect each patch</a:t>
            </a:r>
          </a:p>
        </p:txBody>
      </p:sp>
      <p:pic>
        <p:nvPicPr>
          <p:cNvPr id="5" name="Picture 4">
            <a:extLst>
              <a:ext uri="{FF2B5EF4-FFF2-40B4-BE49-F238E27FC236}">
                <a16:creationId xmlns:a16="http://schemas.microsoft.com/office/drawing/2014/main" id="{786AE565-C951-A6B2-A91D-533F9D26D926}"/>
              </a:ext>
            </a:extLst>
          </p:cNvPr>
          <p:cNvPicPr>
            <a:picLocks noChangeAspect="1"/>
          </p:cNvPicPr>
          <p:nvPr/>
        </p:nvPicPr>
        <p:blipFill>
          <a:blip r:embed="rId3"/>
          <a:stretch>
            <a:fillRect/>
          </a:stretch>
        </p:blipFill>
        <p:spPr>
          <a:xfrm>
            <a:off x="1107769" y="1474003"/>
            <a:ext cx="2423370" cy="2728196"/>
          </a:xfrm>
          <a:prstGeom prst="rect">
            <a:avLst/>
          </a:prstGeom>
        </p:spPr>
      </p:pic>
    </p:spTree>
    <p:extLst>
      <p:ext uri="{BB962C8B-B14F-4D97-AF65-F5344CB8AC3E}">
        <p14:creationId xmlns:p14="http://schemas.microsoft.com/office/powerpoint/2010/main" val="4082872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BF7FD7F9-88D5-0D31-55E5-A16E726A855F}"/>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03C57F12-D79C-B4D0-6C36-DD2D874CB157}"/>
              </a:ext>
            </a:extLst>
          </p:cNvPr>
          <p:cNvSpPr txBox="1">
            <a:spLocks noGrp="1"/>
          </p:cNvSpPr>
          <p:nvPr>
            <p:ph type="subTitle" idx="4294967295"/>
          </p:nvPr>
        </p:nvSpPr>
        <p:spPr>
          <a:xfrm>
            <a:off x="2009145" y="1605778"/>
            <a:ext cx="5464098" cy="2505306"/>
          </a:xfrm>
          <a:prstGeom prst="rect">
            <a:avLst/>
          </a:prstGeom>
        </p:spPr>
        <p:txBody>
          <a:bodyPr spcFirstLastPara="1" wrap="square" lIns="91425" tIns="91425" rIns="91425" bIns="91425" anchor="t" anchorCtr="0">
            <a:noAutofit/>
          </a:bodyPr>
          <a:lstStyle/>
          <a:p>
            <a:pPr marL="0" lvl="0" indent="0" algn="ctr">
              <a:buNone/>
            </a:pPr>
            <a:r>
              <a:rPr lang="en-US" sz="1400" dirty="0"/>
              <a:t>Not every edge in the RAG will represents damage. In our dataset we saw a lot of noise. Headlights, grilles, windows, and shadows all create natural high-contrast boundaries. So rather than flagging individual edges we score each patch based on how many strong edges surround it (EDGE_THRESHOLD) and how strong they are on average (DAMAGE_THRESHOLD). A patch that is surrounded by many high-weight edges is in a region of high local contrast, which is more likely to indicate damage than a single strong edge which could just be noise. We trial and errored values to discern what good thresholding values would be for vehicular damage.</a:t>
            </a:r>
            <a:endParaRPr sz="1400" dirty="0"/>
          </a:p>
        </p:txBody>
      </p:sp>
      <p:sp>
        <p:nvSpPr>
          <p:cNvPr id="3" name="Title 2">
            <a:extLst>
              <a:ext uri="{FF2B5EF4-FFF2-40B4-BE49-F238E27FC236}">
                <a16:creationId xmlns:a16="http://schemas.microsoft.com/office/drawing/2014/main" id="{4C701D7D-2B40-ED5F-F04B-8694A11359EA}"/>
              </a:ext>
            </a:extLst>
          </p:cNvPr>
          <p:cNvSpPr>
            <a:spLocks noGrp="1"/>
          </p:cNvSpPr>
          <p:nvPr>
            <p:ph type="title" idx="4294967295"/>
          </p:nvPr>
        </p:nvSpPr>
        <p:spPr>
          <a:xfrm>
            <a:off x="2568633" y="733542"/>
            <a:ext cx="4345123" cy="515395"/>
          </a:xfrm>
        </p:spPr>
        <p:txBody>
          <a:bodyPr/>
          <a:lstStyle/>
          <a:p>
            <a:pPr algn="ctr"/>
            <a:r>
              <a:rPr lang="en-ZA" dirty="0"/>
              <a:t>DAMAGE THRESHOLD SCORING</a:t>
            </a:r>
          </a:p>
        </p:txBody>
      </p:sp>
    </p:spTree>
    <p:extLst>
      <p:ext uri="{BB962C8B-B14F-4D97-AF65-F5344CB8AC3E}">
        <p14:creationId xmlns:p14="http://schemas.microsoft.com/office/powerpoint/2010/main" val="1489250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39CB5042-F26B-ECDC-DFAF-C1A9E13B0BA1}"/>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4BF03198-082E-16C7-FB34-8330116ABB5B}"/>
              </a:ext>
            </a:extLst>
          </p:cNvPr>
          <p:cNvSpPr txBox="1">
            <a:spLocks noGrp="1"/>
          </p:cNvSpPr>
          <p:nvPr>
            <p:ph type="title"/>
          </p:nvPr>
        </p:nvSpPr>
        <p:spPr>
          <a:xfrm>
            <a:off x="3279174" y="1284800"/>
            <a:ext cx="4444904" cy="246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Damage Similarity</a:t>
            </a:r>
            <a:endParaRPr dirty="0"/>
          </a:p>
        </p:txBody>
      </p:sp>
      <p:sp>
        <p:nvSpPr>
          <p:cNvPr id="4061" name="Google Shape;4061;p30">
            <a:extLst>
              <a:ext uri="{FF2B5EF4-FFF2-40B4-BE49-F238E27FC236}">
                <a16:creationId xmlns:a16="http://schemas.microsoft.com/office/drawing/2014/main" id="{08AAFAA4-E1FE-946D-0322-25DB101313DC}"/>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grpSp>
        <p:nvGrpSpPr>
          <p:cNvPr id="4064" name="Google Shape;4064;p30">
            <a:extLst>
              <a:ext uri="{FF2B5EF4-FFF2-40B4-BE49-F238E27FC236}">
                <a16:creationId xmlns:a16="http://schemas.microsoft.com/office/drawing/2014/main" id="{5ED7DF4F-6445-F875-0FA3-AB133B82A19D}"/>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70716E0C-32CB-841B-74D6-090AEAE3D5E5}"/>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215613E5-FE73-1177-BBDF-88C5B2F26692}"/>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EAFC4D3D-D52F-B1A4-539D-83E2B4C742AF}"/>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D770DBAF-07FB-C596-0B9A-92F26906695A}"/>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866D9D1D-CCF3-4CD1-25AF-4B6CE72AD05A}"/>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226C518C-C30A-E5D5-E349-BAF4E049C23E}"/>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1C139160-A1E8-4908-CB3D-84148562027C}"/>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916512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941461A6-905F-D4C5-0516-01A8FAEF93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427AB9-CD4A-B0DB-C0D6-950995E513AD}"/>
              </a:ext>
            </a:extLst>
          </p:cNvPr>
          <p:cNvSpPr>
            <a:spLocks noGrp="1"/>
          </p:cNvSpPr>
          <p:nvPr>
            <p:ph type="title" idx="4294967295"/>
          </p:nvPr>
        </p:nvSpPr>
        <p:spPr>
          <a:xfrm>
            <a:off x="2568633" y="733542"/>
            <a:ext cx="4345123" cy="515395"/>
          </a:xfrm>
        </p:spPr>
        <p:txBody>
          <a:bodyPr/>
          <a:lstStyle/>
          <a:p>
            <a:pPr algn="ctr"/>
            <a:r>
              <a:rPr lang="en-ZA" dirty="0"/>
              <a:t>Damage Similarity</a:t>
            </a:r>
          </a:p>
        </p:txBody>
      </p:sp>
      <p:sp>
        <p:nvSpPr>
          <p:cNvPr id="4" name="Google Shape;4079;p31">
            <a:extLst>
              <a:ext uri="{FF2B5EF4-FFF2-40B4-BE49-F238E27FC236}">
                <a16:creationId xmlns:a16="http://schemas.microsoft.com/office/drawing/2014/main" id="{8409A8C1-BEA2-9830-22DA-D77D75E1655D}"/>
              </a:ext>
            </a:extLst>
          </p:cNvPr>
          <p:cNvSpPr txBox="1">
            <a:spLocks/>
          </p:cNvSpPr>
          <p:nvPr/>
        </p:nvSpPr>
        <p:spPr>
          <a:xfrm>
            <a:off x="572429" y="1665250"/>
            <a:ext cx="8132956" cy="28993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1pPr>
            <a:lvl2pPr marL="914400" marR="0" lvl="1"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2pPr>
            <a:lvl3pPr marL="1371600" marR="0" lvl="2"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3pPr>
            <a:lvl4pPr marL="1828800" marR="0" lvl="3"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4pPr>
            <a:lvl5pPr marL="2286000" marR="0" lvl="4"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5pPr>
            <a:lvl6pPr marL="2743200" marR="0" lvl="5"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6pPr>
            <a:lvl7pPr marL="3200400" marR="0" lvl="6"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7pPr>
            <a:lvl8pPr marL="3657600" marR="0" lvl="7"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8pPr>
            <a:lvl9pPr marL="4114800" marR="0" lvl="8"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9pPr>
          </a:lstStyle>
          <a:p>
            <a:pPr marL="0" indent="0" algn="ctr">
              <a:buFont typeface="Roboto Mono"/>
              <a:buNone/>
            </a:pPr>
            <a:r>
              <a:rPr lang="en-US" sz="1700" dirty="0"/>
              <a:t>For Similarity we first load images from the data folder in the project each of which is then converted into a RAG itself. We then compare the Intensities, edge weight and sizes of the damaged regions against all of the images in our data folder and then determine a similarity score and if that score is high enough we determine it is similar enough to be considered damaged.</a:t>
            </a:r>
          </a:p>
        </p:txBody>
      </p:sp>
    </p:spTree>
    <p:extLst>
      <p:ext uri="{BB962C8B-B14F-4D97-AF65-F5344CB8AC3E}">
        <p14:creationId xmlns:p14="http://schemas.microsoft.com/office/powerpoint/2010/main" val="1680695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1A9850A8-2C24-DE75-5743-AECB28E3E6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3E73874-D97A-ED90-99D5-B4BAC7354E06}"/>
              </a:ext>
            </a:extLst>
          </p:cNvPr>
          <p:cNvSpPr>
            <a:spLocks noGrp="1"/>
          </p:cNvSpPr>
          <p:nvPr>
            <p:ph type="title" idx="4294967295"/>
          </p:nvPr>
        </p:nvSpPr>
        <p:spPr>
          <a:xfrm>
            <a:off x="2568633" y="733542"/>
            <a:ext cx="4345123" cy="515395"/>
          </a:xfrm>
        </p:spPr>
        <p:txBody>
          <a:bodyPr/>
          <a:lstStyle/>
          <a:p>
            <a:pPr algn="ctr"/>
            <a:r>
              <a:rPr lang="en-ZA" dirty="0"/>
              <a:t>Damage Similarity</a:t>
            </a:r>
          </a:p>
        </p:txBody>
      </p:sp>
      <p:sp>
        <p:nvSpPr>
          <p:cNvPr id="4" name="Google Shape;4079;p31">
            <a:extLst>
              <a:ext uri="{FF2B5EF4-FFF2-40B4-BE49-F238E27FC236}">
                <a16:creationId xmlns:a16="http://schemas.microsoft.com/office/drawing/2014/main" id="{90CDEBAF-950F-4454-ADD7-43E451248C3F}"/>
              </a:ext>
            </a:extLst>
          </p:cNvPr>
          <p:cNvSpPr txBox="1">
            <a:spLocks/>
          </p:cNvSpPr>
          <p:nvPr/>
        </p:nvSpPr>
        <p:spPr>
          <a:xfrm>
            <a:off x="572429" y="1665250"/>
            <a:ext cx="8132956" cy="28993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1pPr>
            <a:lvl2pPr marL="914400" marR="0" lvl="1"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2pPr>
            <a:lvl3pPr marL="1371600" marR="0" lvl="2"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3pPr>
            <a:lvl4pPr marL="1828800" marR="0" lvl="3"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4pPr>
            <a:lvl5pPr marL="2286000" marR="0" lvl="4"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5pPr>
            <a:lvl6pPr marL="2743200" marR="0" lvl="5"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6pPr>
            <a:lvl7pPr marL="3200400" marR="0" lvl="6"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7pPr>
            <a:lvl8pPr marL="3657600" marR="0" lvl="7"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8pPr>
            <a:lvl9pPr marL="4114800" marR="0" lvl="8"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9pPr>
          </a:lstStyle>
          <a:p>
            <a:pPr marL="0" indent="0" algn="ctr">
              <a:buFont typeface="Roboto Mono"/>
              <a:buNone/>
            </a:pPr>
            <a:r>
              <a:rPr lang="en-US" sz="1700" dirty="0"/>
              <a:t>For Similarity we first load images from the data folder in the project each of which is then converted into a RAG itself. We then compare the Intensities, edge weight and sizes of the damaged regions against all of the images in our data folder and then determine a similarity score and if that score is high enough we determine it is similar enough to be considered damaged.</a:t>
            </a:r>
          </a:p>
        </p:txBody>
      </p:sp>
    </p:spTree>
    <p:extLst>
      <p:ext uri="{BB962C8B-B14F-4D97-AF65-F5344CB8AC3E}">
        <p14:creationId xmlns:p14="http://schemas.microsoft.com/office/powerpoint/2010/main" val="4078948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3CE04126-9C82-EB46-B5DA-9985004D7A14}"/>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3BEA5547-F674-6F57-402B-2AE39D2F30E6}"/>
              </a:ext>
            </a:extLst>
          </p:cNvPr>
          <p:cNvSpPr txBox="1">
            <a:spLocks noGrp="1"/>
          </p:cNvSpPr>
          <p:nvPr>
            <p:ph type="title"/>
          </p:nvPr>
        </p:nvSpPr>
        <p:spPr>
          <a:xfrm>
            <a:off x="3279174" y="1284800"/>
            <a:ext cx="4682797" cy="2462700"/>
          </a:xfrm>
          <a:prstGeom prst="rect">
            <a:avLst/>
          </a:prstGeom>
        </p:spPr>
        <p:txBody>
          <a:bodyPr spcFirstLastPara="1" wrap="square" lIns="91425" tIns="91425" rIns="91425" bIns="91425" anchor="ctr" anchorCtr="0">
            <a:noAutofit/>
          </a:bodyPr>
          <a:lstStyle/>
          <a:p>
            <a:pPr lvl="0"/>
            <a:r>
              <a:rPr lang="en-ZA" dirty="0"/>
              <a:t>Visualization and Conclusions</a:t>
            </a:r>
          </a:p>
        </p:txBody>
      </p:sp>
      <p:sp>
        <p:nvSpPr>
          <p:cNvPr id="4061" name="Google Shape;4061;p30">
            <a:extLst>
              <a:ext uri="{FF2B5EF4-FFF2-40B4-BE49-F238E27FC236}">
                <a16:creationId xmlns:a16="http://schemas.microsoft.com/office/drawing/2014/main" id="{77526590-86E4-71F5-4788-D326CECFA02B}"/>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br>
              <a:rPr lang="en" dirty="0"/>
            </a:br>
            <a:r>
              <a:rPr lang="en" dirty="0"/>
              <a:t>7</a:t>
            </a:r>
            <a:endParaRPr dirty="0"/>
          </a:p>
        </p:txBody>
      </p:sp>
      <p:grpSp>
        <p:nvGrpSpPr>
          <p:cNvPr id="4064" name="Google Shape;4064;p30">
            <a:extLst>
              <a:ext uri="{FF2B5EF4-FFF2-40B4-BE49-F238E27FC236}">
                <a16:creationId xmlns:a16="http://schemas.microsoft.com/office/drawing/2014/main" id="{DEC1D189-B3ED-D76A-02CD-4C766776F21A}"/>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0CB2C035-224F-A0ED-7215-393EDBC2BA5D}"/>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73C926B9-A58F-787E-ACDD-FE08836D0689}"/>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1E9469BE-5264-953B-5219-AD2385AC90CC}"/>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EDFFA43A-632F-58CE-79B9-77BA7CF34D87}"/>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62AB2ED2-E604-0613-9A95-DC9919FB490E}"/>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5DA4F69D-F767-3450-32F6-D4B39E8CC92C}"/>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39543728-EC31-1A25-6752-B5E397618922}"/>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73834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93DA43BE-58E8-A895-4A88-E94128E01709}"/>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4AFEF895-603D-E4F2-4618-ADBDB39A63FB}"/>
              </a:ext>
            </a:extLst>
          </p:cNvPr>
          <p:cNvSpPr txBox="1">
            <a:spLocks noGrp="1"/>
          </p:cNvSpPr>
          <p:nvPr>
            <p:ph type="subTitle" idx="4294967295"/>
          </p:nvPr>
        </p:nvSpPr>
        <p:spPr>
          <a:xfrm>
            <a:off x="862360" y="1590908"/>
            <a:ext cx="3776547" cy="2765501"/>
          </a:xfrm>
          <a:prstGeom prst="rect">
            <a:avLst/>
          </a:prstGeom>
        </p:spPr>
        <p:txBody>
          <a:bodyPr spcFirstLastPara="1" wrap="square" lIns="91425" tIns="91425" rIns="91425" bIns="91425" anchor="t" anchorCtr="0">
            <a:noAutofit/>
          </a:bodyPr>
          <a:lstStyle/>
          <a:p>
            <a:pPr marL="0" lvl="0" indent="0">
              <a:buNone/>
            </a:pPr>
            <a:r>
              <a:rPr lang="en-ZA" sz="1400" dirty="0"/>
              <a:t>We create a copy of the image with the patches imprinted in grey lines over it. We use the information from the RAG i.e. which </a:t>
            </a:r>
            <a:r>
              <a:rPr lang="en-ZA" sz="1400" dirty="0" err="1"/>
              <a:t>pactches</a:t>
            </a:r>
            <a:r>
              <a:rPr lang="en-ZA" sz="1400" dirty="0"/>
              <a:t> have been flagged, to pinpoint patches of interest. These patches are subsequently coloured with a red overlay to indicate and visualize </a:t>
            </a:r>
            <a:r>
              <a:rPr lang="en-ZA" sz="1400" dirty="0" err="1"/>
              <a:t>damage.This</a:t>
            </a:r>
            <a:r>
              <a:rPr lang="en-ZA" sz="1400" dirty="0"/>
              <a:t> red overlay is done through the use of a Alpha Blending Algorithm</a:t>
            </a:r>
            <a:endParaRPr sz="1400" dirty="0"/>
          </a:p>
        </p:txBody>
      </p:sp>
      <p:sp>
        <p:nvSpPr>
          <p:cNvPr id="3" name="Title 2">
            <a:extLst>
              <a:ext uri="{FF2B5EF4-FFF2-40B4-BE49-F238E27FC236}">
                <a16:creationId xmlns:a16="http://schemas.microsoft.com/office/drawing/2014/main" id="{15EAB8A0-169A-EB83-2969-86280D409A98}"/>
              </a:ext>
            </a:extLst>
          </p:cNvPr>
          <p:cNvSpPr>
            <a:spLocks noGrp="1"/>
          </p:cNvSpPr>
          <p:nvPr>
            <p:ph type="title" idx="4294967295"/>
          </p:nvPr>
        </p:nvSpPr>
        <p:spPr>
          <a:xfrm>
            <a:off x="2568633" y="733542"/>
            <a:ext cx="4345123" cy="515395"/>
          </a:xfrm>
        </p:spPr>
        <p:txBody>
          <a:bodyPr/>
          <a:lstStyle/>
          <a:p>
            <a:pPr algn="ctr"/>
            <a:r>
              <a:rPr lang="en-ZA" dirty="0"/>
              <a:t>Damage Visualizer</a:t>
            </a:r>
          </a:p>
        </p:txBody>
      </p:sp>
      <p:pic>
        <p:nvPicPr>
          <p:cNvPr id="4" name="Picture 3">
            <a:extLst>
              <a:ext uri="{FF2B5EF4-FFF2-40B4-BE49-F238E27FC236}">
                <a16:creationId xmlns:a16="http://schemas.microsoft.com/office/drawing/2014/main" id="{F7EBB0EB-551B-D379-771F-D936C34288AB}"/>
              </a:ext>
            </a:extLst>
          </p:cNvPr>
          <p:cNvPicPr>
            <a:picLocks noChangeAspect="1"/>
          </p:cNvPicPr>
          <p:nvPr/>
        </p:nvPicPr>
        <p:blipFill>
          <a:blip r:embed="rId3"/>
          <a:stretch>
            <a:fillRect/>
          </a:stretch>
        </p:blipFill>
        <p:spPr>
          <a:xfrm>
            <a:off x="4741194" y="1590908"/>
            <a:ext cx="3025402" cy="2309060"/>
          </a:xfrm>
          <a:prstGeom prst="rect">
            <a:avLst/>
          </a:prstGeom>
        </p:spPr>
      </p:pic>
    </p:spTree>
    <p:extLst>
      <p:ext uri="{BB962C8B-B14F-4D97-AF65-F5344CB8AC3E}">
        <p14:creationId xmlns:p14="http://schemas.microsoft.com/office/powerpoint/2010/main" val="2827583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230B4BAB-E2FD-BCA6-8D75-08456ED435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3098D13-3F99-F93D-3F67-3C47A4314508}"/>
              </a:ext>
            </a:extLst>
          </p:cNvPr>
          <p:cNvSpPr>
            <a:spLocks noGrp="1"/>
          </p:cNvSpPr>
          <p:nvPr>
            <p:ph type="title" idx="4294967295"/>
          </p:nvPr>
        </p:nvSpPr>
        <p:spPr>
          <a:xfrm>
            <a:off x="2568633" y="733542"/>
            <a:ext cx="4345123" cy="515395"/>
          </a:xfrm>
        </p:spPr>
        <p:txBody>
          <a:bodyPr/>
          <a:lstStyle/>
          <a:p>
            <a:pPr algn="ctr"/>
            <a:r>
              <a:rPr lang="en-ZA" dirty="0"/>
              <a:t>Damage Visualizer</a:t>
            </a:r>
          </a:p>
        </p:txBody>
      </p:sp>
      <p:pic>
        <p:nvPicPr>
          <p:cNvPr id="5" name="Picture 4">
            <a:extLst>
              <a:ext uri="{FF2B5EF4-FFF2-40B4-BE49-F238E27FC236}">
                <a16:creationId xmlns:a16="http://schemas.microsoft.com/office/drawing/2014/main" id="{EE9B69B1-23B3-5449-2422-9699BED5B8E7}"/>
              </a:ext>
            </a:extLst>
          </p:cNvPr>
          <p:cNvPicPr>
            <a:picLocks noChangeAspect="1"/>
          </p:cNvPicPr>
          <p:nvPr/>
        </p:nvPicPr>
        <p:blipFill>
          <a:blip r:embed="rId3"/>
          <a:stretch>
            <a:fillRect/>
          </a:stretch>
        </p:blipFill>
        <p:spPr>
          <a:xfrm>
            <a:off x="706244" y="1469080"/>
            <a:ext cx="7843024" cy="3249953"/>
          </a:xfrm>
          <a:prstGeom prst="rect">
            <a:avLst/>
          </a:prstGeom>
        </p:spPr>
      </p:pic>
    </p:spTree>
    <p:extLst>
      <p:ext uri="{BB962C8B-B14F-4D97-AF65-F5344CB8AC3E}">
        <p14:creationId xmlns:p14="http://schemas.microsoft.com/office/powerpoint/2010/main" val="838805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371D38F3-1D69-AB24-315B-844EF48C20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0AF34C-56E7-3CA1-13D9-27AE7171DD55}"/>
              </a:ext>
            </a:extLst>
          </p:cNvPr>
          <p:cNvSpPr>
            <a:spLocks noGrp="1"/>
          </p:cNvSpPr>
          <p:nvPr>
            <p:ph type="title" idx="4294967295"/>
          </p:nvPr>
        </p:nvSpPr>
        <p:spPr>
          <a:xfrm>
            <a:off x="2568633" y="733542"/>
            <a:ext cx="4345123" cy="515395"/>
          </a:xfrm>
        </p:spPr>
        <p:txBody>
          <a:bodyPr/>
          <a:lstStyle/>
          <a:p>
            <a:pPr algn="ctr"/>
            <a:r>
              <a:rPr lang="en-ZA" dirty="0"/>
              <a:t>Damage Visualizer</a:t>
            </a:r>
          </a:p>
        </p:txBody>
      </p:sp>
      <p:pic>
        <p:nvPicPr>
          <p:cNvPr id="4" name="Picture 3">
            <a:extLst>
              <a:ext uri="{FF2B5EF4-FFF2-40B4-BE49-F238E27FC236}">
                <a16:creationId xmlns:a16="http://schemas.microsoft.com/office/drawing/2014/main" id="{6798D93B-E939-AF0F-4C06-AA83A325362E}"/>
              </a:ext>
            </a:extLst>
          </p:cNvPr>
          <p:cNvPicPr>
            <a:picLocks noChangeAspect="1"/>
          </p:cNvPicPr>
          <p:nvPr/>
        </p:nvPicPr>
        <p:blipFill>
          <a:blip r:embed="rId3"/>
          <a:stretch>
            <a:fillRect/>
          </a:stretch>
        </p:blipFill>
        <p:spPr>
          <a:xfrm>
            <a:off x="709961" y="1447075"/>
            <a:ext cx="7724077" cy="3229630"/>
          </a:xfrm>
          <a:prstGeom prst="rect">
            <a:avLst/>
          </a:prstGeom>
        </p:spPr>
      </p:pic>
    </p:spTree>
    <p:extLst>
      <p:ext uri="{BB962C8B-B14F-4D97-AF65-F5344CB8AC3E}">
        <p14:creationId xmlns:p14="http://schemas.microsoft.com/office/powerpoint/2010/main" val="24759079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B43555AA-DA0C-666E-04B5-85D341D4D4EC}"/>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A0A4479D-F220-ACA8-0C65-3C457397CB20}"/>
              </a:ext>
            </a:extLst>
          </p:cNvPr>
          <p:cNvSpPr txBox="1">
            <a:spLocks noGrp="1"/>
          </p:cNvSpPr>
          <p:nvPr>
            <p:ph type="subTitle" idx="4294967295"/>
          </p:nvPr>
        </p:nvSpPr>
        <p:spPr>
          <a:xfrm>
            <a:off x="1784195" y="1494263"/>
            <a:ext cx="5925014" cy="2616820"/>
          </a:xfrm>
          <a:prstGeom prst="rect">
            <a:avLst/>
          </a:prstGeom>
        </p:spPr>
        <p:txBody>
          <a:bodyPr spcFirstLastPara="1" wrap="square" lIns="91425" tIns="91425" rIns="91425" bIns="91425" anchor="t" anchorCtr="0">
            <a:noAutofit/>
          </a:bodyPr>
          <a:lstStyle/>
          <a:p>
            <a:pPr marL="0" lvl="0" indent="0" algn="ctr">
              <a:buNone/>
            </a:pPr>
            <a:r>
              <a:rPr lang="en-ZA" sz="2000" dirty="0"/>
              <a:t>If more than 3 patches are flagged, we move on to similarity and compare damage to known damage and get a similarity score. If the score is deemed high enough, the vehicle is flagged as damaged. Else the vehicle is flagged as undamaged</a:t>
            </a:r>
            <a:endParaRPr sz="2000" dirty="0"/>
          </a:p>
        </p:txBody>
      </p:sp>
      <p:sp>
        <p:nvSpPr>
          <p:cNvPr id="3" name="Title 2">
            <a:extLst>
              <a:ext uri="{FF2B5EF4-FFF2-40B4-BE49-F238E27FC236}">
                <a16:creationId xmlns:a16="http://schemas.microsoft.com/office/drawing/2014/main" id="{8BE96A28-B763-5F2B-24E6-1524465974AB}"/>
              </a:ext>
            </a:extLst>
          </p:cNvPr>
          <p:cNvSpPr>
            <a:spLocks noGrp="1"/>
          </p:cNvSpPr>
          <p:nvPr>
            <p:ph type="title" idx="4294967295"/>
          </p:nvPr>
        </p:nvSpPr>
        <p:spPr>
          <a:xfrm>
            <a:off x="2568633" y="733542"/>
            <a:ext cx="4345123" cy="515395"/>
          </a:xfrm>
        </p:spPr>
        <p:txBody>
          <a:bodyPr/>
          <a:lstStyle/>
          <a:p>
            <a:pPr algn="ctr"/>
            <a:r>
              <a:rPr lang="en-ZA" dirty="0"/>
              <a:t>CONCLUSION</a:t>
            </a:r>
          </a:p>
        </p:txBody>
      </p:sp>
    </p:spTree>
    <p:extLst>
      <p:ext uri="{BB962C8B-B14F-4D97-AF65-F5344CB8AC3E}">
        <p14:creationId xmlns:p14="http://schemas.microsoft.com/office/powerpoint/2010/main" val="3965358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58">
          <a:extLst>
            <a:ext uri="{FF2B5EF4-FFF2-40B4-BE49-F238E27FC236}">
              <a16:creationId xmlns:a16="http://schemas.microsoft.com/office/drawing/2014/main" id="{29DDE2DF-1770-69F5-266D-2A9F209D79BC}"/>
            </a:ext>
          </a:extLst>
        </p:cNvPr>
        <p:cNvGrpSpPr/>
        <p:nvPr/>
      </p:nvGrpSpPr>
      <p:grpSpPr>
        <a:xfrm>
          <a:off x="0" y="0"/>
          <a:ext cx="0" cy="0"/>
          <a:chOff x="0" y="0"/>
          <a:chExt cx="0" cy="0"/>
        </a:xfrm>
      </p:grpSpPr>
      <p:sp>
        <p:nvSpPr>
          <p:cNvPr id="4060" name="Google Shape;4060;p30">
            <a:extLst>
              <a:ext uri="{FF2B5EF4-FFF2-40B4-BE49-F238E27FC236}">
                <a16:creationId xmlns:a16="http://schemas.microsoft.com/office/drawing/2014/main" id="{8AC2DBC4-55B4-BE7F-6F24-7AA0872E0C54}"/>
              </a:ext>
            </a:extLst>
          </p:cNvPr>
          <p:cNvSpPr txBox="1">
            <a:spLocks noGrp="1"/>
          </p:cNvSpPr>
          <p:nvPr>
            <p:ph type="title"/>
          </p:nvPr>
        </p:nvSpPr>
        <p:spPr>
          <a:xfrm>
            <a:off x="3279174" y="1284800"/>
            <a:ext cx="5255226" cy="2462700"/>
          </a:xfrm>
          <a:prstGeom prst="rect">
            <a:avLst/>
          </a:prstGeom>
        </p:spPr>
        <p:txBody>
          <a:bodyPr spcFirstLastPara="1" wrap="square" lIns="91425" tIns="91425" rIns="91425" bIns="91425" anchor="ctr" anchorCtr="0">
            <a:noAutofit/>
          </a:bodyPr>
          <a:lstStyle/>
          <a:p>
            <a:pPr lvl="0"/>
            <a:r>
              <a:rPr lang="en-ZA" dirty="0"/>
              <a:t>LIBRARIES AND ALGORITHMS</a:t>
            </a:r>
          </a:p>
        </p:txBody>
      </p:sp>
      <p:sp>
        <p:nvSpPr>
          <p:cNvPr id="4061" name="Google Shape;4061;p30">
            <a:extLst>
              <a:ext uri="{FF2B5EF4-FFF2-40B4-BE49-F238E27FC236}">
                <a16:creationId xmlns:a16="http://schemas.microsoft.com/office/drawing/2014/main" id="{90B1CF48-C97A-368A-6AAC-6D62BC821251}"/>
              </a:ext>
            </a:extLst>
          </p:cNvPr>
          <p:cNvSpPr txBox="1">
            <a:spLocks noGrp="1"/>
          </p:cNvSpPr>
          <p:nvPr>
            <p:ph type="title" idx="2"/>
          </p:nvPr>
        </p:nvSpPr>
        <p:spPr>
          <a:xfrm>
            <a:off x="1667825" y="1285125"/>
            <a:ext cx="1506600" cy="246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br>
              <a:rPr lang="en" dirty="0"/>
            </a:br>
            <a:r>
              <a:rPr lang="en" dirty="0"/>
              <a:t>8</a:t>
            </a:r>
            <a:endParaRPr dirty="0"/>
          </a:p>
        </p:txBody>
      </p:sp>
      <p:grpSp>
        <p:nvGrpSpPr>
          <p:cNvPr id="4064" name="Google Shape;4064;p30">
            <a:extLst>
              <a:ext uri="{FF2B5EF4-FFF2-40B4-BE49-F238E27FC236}">
                <a16:creationId xmlns:a16="http://schemas.microsoft.com/office/drawing/2014/main" id="{2C071B01-56EB-22B1-67EA-E077ACD53ECF}"/>
              </a:ext>
            </a:extLst>
          </p:cNvPr>
          <p:cNvGrpSpPr/>
          <p:nvPr/>
        </p:nvGrpSpPr>
        <p:grpSpPr>
          <a:xfrm>
            <a:off x="663431" y="518553"/>
            <a:ext cx="287819" cy="315921"/>
            <a:chOff x="4789992" y="2884002"/>
            <a:chExt cx="317891" cy="348892"/>
          </a:xfrm>
        </p:grpSpPr>
        <p:sp>
          <p:nvSpPr>
            <p:cNvPr id="4065" name="Google Shape;4065;p30">
              <a:extLst>
                <a:ext uri="{FF2B5EF4-FFF2-40B4-BE49-F238E27FC236}">
                  <a16:creationId xmlns:a16="http://schemas.microsoft.com/office/drawing/2014/main" id="{C4C05E45-8F21-9E27-73F9-0042D62BD304}"/>
                </a:ext>
              </a:extLst>
            </p:cNvPr>
            <p:cNvSpPr/>
            <p:nvPr/>
          </p:nvSpPr>
          <p:spPr>
            <a:xfrm>
              <a:off x="4877658" y="3109311"/>
              <a:ext cx="142787" cy="21010"/>
            </a:xfrm>
            <a:custGeom>
              <a:avLst/>
              <a:gdLst/>
              <a:ahLst/>
              <a:cxnLst/>
              <a:rect l="l" t="t" r="r" b="b"/>
              <a:pathLst>
                <a:path w="4383" h="644" extrusionOk="0">
                  <a:moveTo>
                    <a:pt x="0" y="1"/>
                  </a:moveTo>
                  <a:lnTo>
                    <a:pt x="0" y="644"/>
                  </a:lnTo>
                  <a:lnTo>
                    <a:pt x="4382" y="644"/>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30">
              <a:extLst>
                <a:ext uri="{FF2B5EF4-FFF2-40B4-BE49-F238E27FC236}">
                  <a16:creationId xmlns:a16="http://schemas.microsoft.com/office/drawing/2014/main" id="{6DD1B208-16F2-40C9-D694-AFC32DED1391}"/>
                </a:ext>
              </a:extLst>
            </p:cNvPr>
            <p:cNvSpPr/>
            <p:nvPr/>
          </p:nvSpPr>
          <p:spPr>
            <a:xfrm>
              <a:off x="4921117" y="3004421"/>
              <a:ext cx="55870" cy="84727"/>
            </a:xfrm>
            <a:custGeom>
              <a:avLst/>
              <a:gdLst/>
              <a:ahLst/>
              <a:cxnLst/>
              <a:rect l="l" t="t" r="r" b="b"/>
              <a:pathLst>
                <a:path w="1715" h="2597" extrusionOk="0">
                  <a:moveTo>
                    <a:pt x="857" y="1"/>
                  </a:moveTo>
                  <a:cubicBezTo>
                    <a:pt x="453" y="140"/>
                    <a:pt x="326" y="198"/>
                    <a:pt x="233" y="198"/>
                  </a:cubicBezTo>
                  <a:cubicBezTo>
                    <a:pt x="167" y="198"/>
                    <a:pt x="118" y="169"/>
                    <a:pt x="0" y="120"/>
                  </a:cubicBezTo>
                  <a:lnTo>
                    <a:pt x="0" y="120"/>
                  </a:lnTo>
                  <a:lnTo>
                    <a:pt x="476" y="2597"/>
                  </a:lnTo>
                  <a:lnTo>
                    <a:pt x="1238" y="2597"/>
                  </a:lnTo>
                  <a:lnTo>
                    <a:pt x="1715" y="120"/>
                  </a:lnTo>
                  <a:lnTo>
                    <a:pt x="1715" y="120"/>
                  </a:lnTo>
                  <a:cubicBezTo>
                    <a:pt x="1593" y="160"/>
                    <a:pt x="1545" y="188"/>
                    <a:pt x="1476" y="188"/>
                  </a:cubicBezTo>
                  <a:cubicBezTo>
                    <a:pt x="1384" y="188"/>
                    <a:pt x="1254" y="138"/>
                    <a:pt x="8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30">
              <a:extLst>
                <a:ext uri="{FF2B5EF4-FFF2-40B4-BE49-F238E27FC236}">
                  <a16:creationId xmlns:a16="http://schemas.microsoft.com/office/drawing/2014/main" id="{5B2264C5-5F20-4E6D-CC9F-31341BB1A2F8}"/>
                </a:ext>
              </a:extLst>
            </p:cNvPr>
            <p:cNvSpPr/>
            <p:nvPr/>
          </p:nvSpPr>
          <p:spPr>
            <a:xfrm>
              <a:off x="4789992" y="2884002"/>
              <a:ext cx="317891" cy="205146"/>
            </a:xfrm>
            <a:custGeom>
              <a:avLst/>
              <a:gdLst/>
              <a:ahLst/>
              <a:cxnLst/>
              <a:rect l="l" t="t" r="r" b="b"/>
              <a:pathLst>
                <a:path w="9758" h="6288" extrusionOk="0">
                  <a:moveTo>
                    <a:pt x="4911" y="1"/>
                  </a:moveTo>
                  <a:cubicBezTo>
                    <a:pt x="4902" y="1"/>
                    <a:pt x="4892" y="1"/>
                    <a:pt x="4882" y="1"/>
                  </a:cubicBezTo>
                  <a:cubicBezTo>
                    <a:pt x="1572" y="1"/>
                    <a:pt x="0" y="4049"/>
                    <a:pt x="2453" y="6288"/>
                  </a:cubicBezTo>
                  <a:lnTo>
                    <a:pt x="3882" y="6288"/>
                  </a:lnTo>
                  <a:cubicBezTo>
                    <a:pt x="3263" y="3192"/>
                    <a:pt x="3311" y="3549"/>
                    <a:pt x="3311" y="3358"/>
                  </a:cubicBezTo>
                  <a:cubicBezTo>
                    <a:pt x="3311" y="3179"/>
                    <a:pt x="3462" y="3032"/>
                    <a:pt x="3623" y="3032"/>
                  </a:cubicBezTo>
                  <a:cubicBezTo>
                    <a:pt x="3654" y="3032"/>
                    <a:pt x="3685" y="3037"/>
                    <a:pt x="3715" y="3049"/>
                  </a:cubicBezTo>
                  <a:lnTo>
                    <a:pt x="4263" y="3239"/>
                  </a:lnTo>
                  <a:cubicBezTo>
                    <a:pt x="4454" y="3144"/>
                    <a:pt x="4668" y="3097"/>
                    <a:pt x="4882" y="3049"/>
                  </a:cubicBezTo>
                  <a:cubicBezTo>
                    <a:pt x="4954" y="3049"/>
                    <a:pt x="4930" y="3049"/>
                    <a:pt x="5502" y="3239"/>
                  </a:cubicBezTo>
                  <a:lnTo>
                    <a:pt x="6049" y="3049"/>
                  </a:lnTo>
                  <a:cubicBezTo>
                    <a:pt x="6074" y="3043"/>
                    <a:pt x="6099" y="3040"/>
                    <a:pt x="6124" y="3040"/>
                  </a:cubicBezTo>
                  <a:cubicBezTo>
                    <a:pt x="6292" y="3040"/>
                    <a:pt x="6454" y="3172"/>
                    <a:pt x="6454" y="3358"/>
                  </a:cubicBezTo>
                  <a:cubicBezTo>
                    <a:pt x="6454" y="3549"/>
                    <a:pt x="6502" y="3192"/>
                    <a:pt x="5883" y="6288"/>
                  </a:cubicBezTo>
                  <a:lnTo>
                    <a:pt x="7311" y="6288"/>
                  </a:lnTo>
                  <a:cubicBezTo>
                    <a:pt x="9757" y="4056"/>
                    <a:pt x="8202" y="1"/>
                    <a:pt x="49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30">
              <a:extLst>
                <a:ext uri="{FF2B5EF4-FFF2-40B4-BE49-F238E27FC236}">
                  <a16:creationId xmlns:a16="http://schemas.microsoft.com/office/drawing/2014/main" id="{E47F1E17-57D7-A4FC-7003-45F3096CFB33}"/>
                </a:ext>
              </a:extLst>
            </p:cNvPr>
            <p:cNvSpPr/>
            <p:nvPr/>
          </p:nvSpPr>
          <p:spPr>
            <a:xfrm>
              <a:off x="4877658" y="3150483"/>
              <a:ext cx="142787" cy="20260"/>
            </a:xfrm>
            <a:custGeom>
              <a:avLst/>
              <a:gdLst/>
              <a:ahLst/>
              <a:cxnLst/>
              <a:rect l="l" t="t" r="r" b="b"/>
              <a:pathLst>
                <a:path w="4383" h="621" extrusionOk="0">
                  <a:moveTo>
                    <a:pt x="0" y="1"/>
                  </a:moveTo>
                  <a:lnTo>
                    <a:pt x="0" y="620"/>
                  </a:lnTo>
                  <a:lnTo>
                    <a:pt x="4382" y="620"/>
                  </a:lnTo>
                  <a:lnTo>
                    <a:pt x="43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30">
              <a:extLst>
                <a:ext uri="{FF2B5EF4-FFF2-40B4-BE49-F238E27FC236}">
                  <a16:creationId xmlns:a16="http://schemas.microsoft.com/office/drawing/2014/main" id="{06C5679D-AD59-9C7D-4DC8-387756243186}"/>
                </a:ext>
              </a:extLst>
            </p:cNvPr>
            <p:cNvSpPr/>
            <p:nvPr/>
          </p:nvSpPr>
          <p:spPr>
            <a:xfrm>
              <a:off x="4867559" y="3130289"/>
              <a:ext cx="10132" cy="20228"/>
            </a:xfrm>
            <a:custGeom>
              <a:avLst/>
              <a:gdLst/>
              <a:ahLst/>
              <a:cxnLst/>
              <a:rect l="l" t="t" r="r" b="b"/>
              <a:pathLst>
                <a:path w="311" h="620" extrusionOk="0">
                  <a:moveTo>
                    <a:pt x="310" y="1"/>
                  </a:moveTo>
                  <a:cubicBezTo>
                    <a:pt x="120" y="1"/>
                    <a:pt x="1" y="144"/>
                    <a:pt x="1" y="310"/>
                  </a:cubicBezTo>
                  <a:cubicBezTo>
                    <a:pt x="1" y="477"/>
                    <a:pt x="120" y="620"/>
                    <a:pt x="310" y="620"/>
                  </a:cubicBezTo>
                  <a:lnTo>
                    <a:pt x="3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30">
              <a:extLst>
                <a:ext uri="{FF2B5EF4-FFF2-40B4-BE49-F238E27FC236}">
                  <a16:creationId xmlns:a16="http://schemas.microsoft.com/office/drawing/2014/main" id="{0E68683F-CA19-996F-7045-777A17DFD237}"/>
                </a:ext>
              </a:extLst>
            </p:cNvPr>
            <p:cNvSpPr/>
            <p:nvPr/>
          </p:nvSpPr>
          <p:spPr>
            <a:xfrm>
              <a:off x="5020413" y="3130289"/>
              <a:ext cx="13976" cy="20228"/>
            </a:xfrm>
            <a:custGeom>
              <a:avLst/>
              <a:gdLst/>
              <a:ahLst/>
              <a:cxnLst/>
              <a:rect l="l" t="t" r="r" b="b"/>
              <a:pathLst>
                <a:path w="429" h="620" extrusionOk="0">
                  <a:moveTo>
                    <a:pt x="0" y="1"/>
                  </a:moveTo>
                  <a:lnTo>
                    <a:pt x="0" y="620"/>
                  </a:lnTo>
                  <a:cubicBezTo>
                    <a:pt x="429" y="620"/>
                    <a:pt x="429" y="1"/>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30">
              <a:extLst>
                <a:ext uri="{FF2B5EF4-FFF2-40B4-BE49-F238E27FC236}">
                  <a16:creationId xmlns:a16="http://schemas.microsoft.com/office/drawing/2014/main" id="{157311DD-727C-162F-3343-BD9B475909B1}"/>
                </a:ext>
              </a:extLst>
            </p:cNvPr>
            <p:cNvSpPr/>
            <p:nvPr/>
          </p:nvSpPr>
          <p:spPr>
            <a:xfrm>
              <a:off x="4862608" y="3170613"/>
              <a:ext cx="172889" cy="62281"/>
            </a:xfrm>
            <a:custGeom>
              <a:avLst/>
              <a:gdLst/>
              <a:ahLst/>
              <a:cxnLst/>
              <a:rect l="l" t="t" r="r" b="b"/>
              <a:pathLst>
                <a:path w="5307" h="1909" extrusionOk="0">
                  <a:moveTo>
                    <a:pt x="419" y="1"/>
                  </a:moveTo>
                  <a:cubicBezTo>
                    <a:pt x="1" y="1"/>
                    <a:pt x="1" y="648"/>
                    <a:pt x="419" y="648"/>
                  </a:cubicBezTo>
                  <a:cubicBezTo>
                    <a:pt x="433" y="648"/>
                    <a:pt x="448" y="648"/>
                    <a:pt x="462" y="646"/>
                  </a:cubicBezTo>
                  <a:lnTo>
                    <a:pt x="462" y="646"/>
                  </a:lnTo>
                  <a:cubicBezTo>
                    <a:pt x="462" y="980"/>
                    <a:pt x="439" y="1075"/>
                    <a:pt x="558" y="1194"/>
                  </a:cubicBezTo>
                  <a:lnTo>
                    <a:pt x="1177" y="1837"/>
                  </a:lnTo>
                  <a:cubicBezTo>
                    <a:pt x="1225" y="1885"/>
                    <a:pt x="1320" y="1908"/>
                    <a:pt x="1391" y="1908"/>
                  </a:cubicBezTo>
                  <a:lnTo>
                    <a:pt x="3916" y="1908"/>
                  </a:lnTo>
                  <a:cubicBezTo>
                    <a:pt x="3987" y="1908"/>
                    <a:pt x="4058" y="1885"/>
                    <a:pt x="4130" y="1837"/>
                  </a:cubicBezTo>
                  <a:lnTo>
                    <a:pt x="4749" y="1194"/>
                  </a:lnTo>
                  <a:cubicBezTo>
                    <a:pt x="4868" y="1075"/>
                    <a:pt x="4844" y="980"/>
                    <a:pt x="4844" y="646"/>
                  </a:cubicBezTo>
                  <a:lnTo>
                    <a:pt x="4844" y="646"/>
                  </a:lnTo>
                  <a:cubicBezTo>
                    <a:pt x="4859" y="648"/>
                    <a:pt x="4874" y="648"/>
                    <a:pt x="4888" y="648"/>
                  </a:cubicBezTo>
                  <a:cubicBezTo>
                    <a:pt x="5306" y="648"/>
                    <a:pt x="5306" y="1"/>
                    <a:pt x="4888" y="1"/>
                  </a:cubicBezTo>
                  <a:cubicBezTo>
                    <a:pt x="4874" y="1"/>
                    <a:pt x="4859" y="2"/>
                    <a:pt x="4844" y="3"/>
                  </a:cubicBezTo>
                  <a:lnTo>
                    <a:pt x="4844" y="646"/>
                  </a:lnTo>
                  <a:lnTo>
                    <a:pt x="462" y="646"/>
                  </a:lnTo>
                  <a:lnTo>
                    <a:pt x="462" y="3"/>
                  </a:lnTo>
                  <a:cubicBezTo>
                    <a:pt x="448" y="2"/>
                    <a:pt x="433" y="1"/>
                    <a:pt x="4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48890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C8E91D85-63E4-5254-1466-81E613F92383}"/>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4F6DDC83-4635-F31D-D1D3-27AEEFD9FBF6}"/>
              </a:ext>
            </a:extLst>
          </p:cNvPr>
          <p:cNvSpPr txBox="1">
            <a:spLocks noGrp="1"/>
          </p:cNvSpPr>
          <p:nvPr>
            <p:ph type="subTitle" idx="4294967295"/>
          </p:nvPr>
        </p:nvSpPr>
        <p:spPr>
          <a:xfrm>
            <a:off x="862360" y="1590908"/>
            <a:ext cx="3969835" cy="2981091"/>
          </a:xfrm>
          <a:prstGeom prst="rect">
            <a:avLst/>
          </a:prstGeom>
        </p:spPr>
        <p:txBody>
          <a:bodyPr spcFirstLastPara="1" wrap="square" lIns="91425" tIns="91425" rIns="91425" bIns="91425" anchor="t" anchorCtr="0">
            <a:noAutofit/>
          </a:bodyPr>
          <a:lstStyle/>
          <a:p>
            <a:pPr marL="0" lvl="0" indent="0">
              <a:buNone/>
            </a:pPr>
            <a:r>
              <a:rPr lang="en-ZA" sz="2000" b="1" dirty="0"/>
              <a:t>ALGORITHMS</a:t>
            </a:r>
            <a:br>
              <a:rPr lang="en-ZA" sz="1400" dirty="0"/>
            </a:br>
            <a:br>
              <a:rPr lang="en-ZA" sz="1400" dirty="0"/>
            </a:br>
            <a:r>
              <a:rPr lang="en-US" sz="1400" dirty="0"/>
              <a:t>SLIC — Simple Linear Iterative Clustering</a:t>
            </a:r>
          </a:p>
          <a:p>
            <a:pPr marL="0" lvl="0" indent="0">
              <a:buNone/>
            </a:pPr>
            <a:br>
              <a:rPr lang="en-US" sz="1400" dirty="0"/>
            </a:br>
            <a:r>
              <a:rPr lang="en-US" sz="1400" dirty="0"/>
              <a:t>Alpha Blending</a:t>
            </a:r>
          </a:p>
          <a:p>
            <a:pPr marL="0" lvl="0" indent="0">
              <a:buNone/>
            </a:pPr>
            <a:endParaRPr lang="en-US" sz="1400" dirty="0"/>
          </a:p>
          <a:p>
            <a:pPr marL="0" lvl="0" indent="0">
              <a:buNone/>
            </a:pPr>
            <a:r>
              <a:rPr lang="en-US" sz="1400" dirty="0"/>
              <a:t>BFS (Done to tie up loose ends after SLIC)</a:t>
            </a:r>
            <a:endParaRPr lang="en-ZA" sz="1400" dirty="0"/>
          </a:p>
          <a:p>
            <a:pPr marL="0" lvl="0" indent="0">
              <a:buNone/>
            </a:pPr>
            <a:endParaRPr lang="en-ZA" sz="1400" dirty="0"/>
          </a:p>
          <a:p>
            <a:pPr marL="0" lvl="0" indent="0">
              <a:buNone/>
            </a:pPr>
            <a:r>
              <a:rPr lang="en-ZA" sz="1400" dirty="0"/>
              <a:t>Greyscale</a:t>
            </a:r>
          </a:p>
          <a:p>
            <a:pPr marL="0" lvl="0" indent="0">
              <a:buNone/>
            </a:pPr>
            <a:endParaRPr sz="1400" dirty="0"/>
          </a:p>
        </p:txBody>
      </p:sp>
      <p:sp>
        <p:nvSpPr>
          <p:cNvPr id="3" name="Title 2">
            <a:extLst>
              <a:ext uri="{FF2B5EF4-FFF2-40B4-BE49-F238E27FC236}">
                <a16:creationId xmlns:a16="http://schemas.microsoft.com/office/drawing/2014/main" id="{AA628968-6287-7394-B0B8-3CBD91373713}"/>
              </a:ext>
            </a:extLst>
          </p:cNvPr>
          <p:cNvSpPr>
            <a:spLocks noGrp="1"/>
          </p:cNvSpPr>
          <p:nvPr>
            <p:ph type="title" idx="4294967295"/>
          </p:nvPr>
        </p:nvSpPr>
        <p:spPr>
          <a:xfrm>
            <a:off x="2568633" y="733542"/>
            <a:ext cx="4345123" cy="515395"/>
          </a:xfrm>
        </p:spPr>
        <p:txBody>
          <a:bodyPr/>
          <a:lstStyle/>
          <a:p>
            <a:pPr algn="ctr"/>
            <a:r>
              <a:rPr lang="en-ZA" dirty="0"/>
              <a:t>LIBRARIES AND ALGORTITHMS</a:t>
            </a:r>
          </a:p>
        </p:txBody>
      </p:sp>
      <p:sp>
        <p:nvSpPr>
          <p:cNvPr id="2" name="Google Shape;4079;p31">
            <a:extLst>
              <a:ext uri="{FF2B5EF4-FFF2-40B4-BE49-F238E27FC236}">
                <a16:creationId xmlns:a16="http://schemas.microsoft.com/office/drawing/2014/main" id="{C6769DDA-FEA7-0F17-1D38-535AAF691765}"/>
              </a:ext>
            </a:extLst>
          </p:cNvPr>
          <p:cNvSpPr txBox="1">
            <a:spLocks/>
          </p:cNvSpPr>
          <p:nvPr/>
        </p:nvSpPr>
        <p:spPr>
          <a:xfrm>
            <a:off x="4586868" y="1590907"/>
            <a:ext cx="3969835" cy="29810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1pPr>
            <a:lvl2pPr marL="914400" marR="0" lvl="1"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2pPr>
            <a:lvl3pPr marL="1371600" marR="0" lvl="2"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3pPr>
            <a:lvl4pPr marL="1828800" marR="0" lvl="3"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4pPr>
            <a:lvl5pPr marL="2286000" marR="0" lvl="4"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5pPr>
            <a:lvl6pPr marL="2743200" marR="0" lvl="5"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6pPr>
            <a:lvl7pPr marL="3200400" marR="0" lvl="6"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7pPr>
            <a:lvl8pPr marL="3657600" marR="0" lvl="7"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8pPr>
            <a:lvl9pPr marL="4114800" marR="0" lvl="8" indent="-304800" algn="l" rtl="0">
              <a:lnSpc>
                <a:spcPct val="100000"/>
              </a:lnSpc>
              <a:spcBef>
                <a:spcPts val="0"/>
              </a:spcBef>
              <a:spcAft>
                <a:spcPts val="0"/>
              </a:spcAft>
              <a:buClr>
                <a:schemeClr val="dk1"/>
              </a:buClr>
              <a:buSzPts val="1200"/>
              <a:buFont typeface="Roboto Mono"/>
              <a:buChar char="■"/>
              <a:defRPr sz="1200" b="0" i="0" u="none" strike="noStrike" cap="none">
                <a:solidFill>
                  <a:schemeClr val="dk1"/>
                </a:solidFill>
                <a:latin typeface="Roboto Mono"/>
                <a:ea typeface="Roboto Mono"/>
                <a:cs typeface="Roboto Mono"/>
                <a:sym typeface="Roboto Mono"/>
              </a:defRPr>
            </a:lvl9pPr>
          </a:lstStyle>
          <a:p>
            <a:pPr marL="0" indent="0">
              <a:buFont typeface="Roboto Mono"/>
              <a:buNone/>
            </a:pPr>
            <a:r>
              <a:rPr lang="en-ZA" sz="2000" b="1" dirty="0"/>
              <a:t>LIBRARIES</a:t>
            </a:r>
          </a:p>
          <a:p>
            <a:pPr marL="0" indent="0">
              <a:buFont typeface="Roboto Mono"/>
              <a:buNone/>
            </a:pPr>
            <a:endParaRPr lang="en-ZA" sz="1400" dirty="0"/>
          </a:p>
          <a:p>
            <a:pPr marL="0" indent="0">
              <a:buNone/>
            </a:pPr>
            <a:r>
              <a:rPr lang="en-ZA" sz="1400" dirty="0"/>
              <a:t>JavaFX</a:t>
            </a:r>
          </a:p>
          <a:p>
            <a:pPr marL="0" indent="0">
              <a:buNone/>
            </a:pPr>
            <a:endParaRPr lang="en-ZA" sz="1400" dirty="0"/>
          </a:p>
          <a:p>
            <a:pPr marL="0" indent="0">
              <a:buNone/>
            </a:pPr>
            <a:r>
              <a:rPr lang="en-ZA" sz="1400" dirty="0" err="1"/>
              <a:t>JavaAWT</a:t>
            </a:r>
            <a:endParaRPr lang="en-ZA" sz="1400" dirty="0"/>
          </a:p>
          <a:p>
            <a:pPr marL="0" indent="0">
              <a:buNone/>
            </a:pPr>
            <a:br>
              <a:rPr lang="en-ZA" sz="1400" dirty="0"/>
            </a:br>
            <a:r>
              <a:rPr lang="en-ZA" sz="1400" dirty="0" err="1"/>
              <a:t>JavaGraphStream</a:t>
            </a:r>
            <a:br>
              <a:rPr lang="en-ZA" sz="1400" dirty="0"/>
            </a:br>
            <a:endParaRPr lang="en-ZA" sz="1400" dirty="0"/>
          </a:p>
        </p:txBody>
      </p:sp>
    </p:spTree>
    <p:extLst>
      <p:ext uri="{BB962C8B-B14F-4D97-AF65-F5344CB8AC3E}">
        <p14:creationId xmlns:p14="http://schemas.microsoft.com/office/powerpoint/2010/main" val="2810958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75">
          <a:extLst>
            <a:ext uri="{FF2B5EF4-FFF2-40B4-BE49-F238E27FC236}">
              <a16:creationId xmlns:a16="http://schemas.microsoft.com/office/drawing/2014/main" id="{6B5A5A6F-5BD5-E1F2-55DB-E4C01E3E8290}"/>
            </a:ext>
          </a:extLst>
        </p:cNvPr>
        <p:cNvGrpSpPr/>
        <p:nvPr/>
      </p:nvGrpSpPr>
      <p:grpSpPr>
        <a:xfrm>
          <a:off x="0" y="0"/>
          <a:ext cx="0" cy="0"/>
          <a:chOff x="0" y="0"/>
          <a:chExt cx="0" cy="0"/>
        </a:xfrm>
      </p:grpSpPr>
      <p:sp>
        <p:nvSpPr>
          <p:cNvPr id="4079" name="Google Shape;4079;p31">
            <a:extLst>
              <a:ext uri="{FF2B5EF4-FFF2-40B4-BE49-F238E27FC236}">
                <a16:creationId xmlns:a16="http://schemas.microsoft.com/office/drawing/2014/main" id="{01DD2C90-7198-9680-0142-F85686360F57}"/>
              </a:ext>
            </a:extLst>
          </p:cNvPr>
          <p:cNvSpPr txBox="1">
            <a:spLocks noGrp="1"/>
          </p:cNvSpPr>
          <p:nvPr>
            <p:ph type="subTitle" idx="4294967295"/>
          </p:nvPr>
        </p:nvSpPr>
        <p:spPr>
          <a:xfrm>
            <a:off x="862359" y="1590908"/>
            <a:ext cx="7114479" cy="2765501"/>
          </a:xfrm>
          <a:prstGeom prst="rect">
            <a:avLst/>
          </a:prstGeom>
        </p:spPr>
        <p:txBody>
          <a:bodyPr spcFirstLastPara="1" wrap="square" lIns="91425" tIns="91425" rIns="91425" bIns="91425" anchor="t" anchorCtr="0">
            <a:noAutofit/>
          </a:bodyPr>
          <a:lstStyle/>
          <a:p>
            <a:pPr marL="0" lvl="0" indent="0" algn="ctr">
              <a:buNone/>
            </a:pPr>
            <a:r>
              <a:rPr lang="en-ZA" sz="1400" dirty="0"/>
              <a:t> </a:t>
            </a:r>
            <a:endParaRPr sz="1400" dirty="0"/>
          </a:p>
        </p:txBody>
      </p:sp>
      <p:sp>
        <p:nvSpPr>
          <p:cNvPr id="3" name="Title 2">
            <a:extLst>
              <a:ext uri="{FF2B5EF4-FFF2-40B4-BE49-F238E27FC236}">
                <a16:creationId xmlns:a16="http://schemas.microsoft.com/office/drawing/2014/main" id="{C62D2263-322C-BED2-0BB2-EC68B294B484}"/>
              </a:ext>
            </a:extLst>
          </p:cNvPr>
          <p:cNvSpPr>
            <a:spLocks noGrp="1"/>
          </p:cNvSpPr>
          <p:nvPr>
            <p:ph type="title" idx="4294967295"/>
          </p:nvPr>
        </p:nvSpPr>
        <p:spPr>
          <a:xfrm>
            <a:off x="1886482" y="1989913"/>
            <a:ext cx="5371036" cy="954009"/>
          </a:xfrm>
        </p:spPr>
        <p:txBody>
          <a:bodyPr/>
          <a:lstStyle/>
          <a:p>
            <a:pPr algn="ctr"/>
            <a:r>
              <a:rPr lang="en-ZA" sz="4400" dirty="0"/>
              <a:t>THANK YOU</a:t>
            </a:r>
          </a:p>
        </p:txBody>
      </p:sp>
    </p:spTree>
    <p:extLst>
      <p:ext uri="{BB962C8B-B14F-4D97-AF65-F5344CB8AC3E}">
        <p14:creationId xmlns:p14="http://schemas.microsoft.com/office/powerpoint/2010/main" val="3044811842"/>
      </p:ext>
    </p:extLst>
  </p:cSld>
  <p:clrMapOvr>
    <a:masterClrMapping/>
  </p:clrMapOvr>
</p:sld>
</file>

<file path=ppt/theme/theme1.xml><?xml version="1.0" encoding="utf-8"?>
<a:theme xmlns:a="http://schemas.openxmlformats.org/drawingml/2006/main" name="Blueprint Architecture Studio Company Profile by Slidesgo">
  <a:themeElements>
    <a:clrScheme name="Simple Light">
      <a:dk1>
        <a:srgbClr val="FFFFFF"/>
      </a:dk1>
      <a:lt1>
        <a:srgbClr val="08549F"/>
      </a:lt1>
      <a:dk2>
        <a:srgbClr val="2D70B2"/>
      </a:dk2>
      <a:lt2>
        <a:srgbClr val="CCCCCC"/>
      </a:lt2>
      <a:accent1>
        <a:srgbClr val="999999"/>
      </a:accent1>
      <a:accent2>
        <a:srgbClr val="666666"/>
      </a:accent2>
      <a:accent3>
        <a:srgbClr val="434343"/>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1058</TotalTime>
  <Words>1106</Words>
  <Application>Microsoft Office PowerPoint</Application>
  <PresentationFormat>On-screen Show (16:9)</PresentationFormat>
  <Paragraphs>112</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Lexend Tera Light</vt:lpstr>
      <vt:lpstr>Arial</vt:lpstr>
      <vt:lpstr>Lexend Tera</vt:lpstr>
      <vt:lpstr>Lexend Tera Black</vt:lpstr>
      <vt:lpstr>Lexend Tera Medium</vt:lpstr>
      <vt:lpstr>Roboto Mono</vt:lpstr>
      <vt:lpstr>Roboto Mono Light</vt:lpstr>
      <vt:lpstr>Blueprint Architecture Studio Company Profile by Slidesgo</vt:lpstr>
      <vt:lpstr>2026</vt:lpstr>
      <vt:lpstr>CONTRIBUTORS</vt:lpstr>
      <vt:lpstr>Table of contents</vt:lpstr>
      <vt:lpstr>Problem Statement</vt:lpstr>
      <vt:lpstr> Problem Statement:</vt:lpstr>
      <vt:lpstr>Program Overview</vt:lpstr>
      <vt:lpstr>Overview</vt:lpstr>
      <vt:lpstr>UI OVERVIEW</vt:lpstr>
      <vt:lpstr>UI OVERVIEW    </vt:lpstr>
      <vt:lpstr>UI OVERVIEW    </vt:lpstr>
      <vt:lpstr>Image Processing</vt:lpstr>
      <vt:lpstr> Greyscale Conversion</vt:lpstr>
      <vt:lpstr> SLIC  Super-pixel Segmentation</vt:lpstr>
      <vt:lpstr>Building Patchnodes</vt:lpstr>
      <vt:lpstr>Damage Classification</vt:lpstr>
      <vt:lpstr>REGION ADJACENCY GRAPH</vt:lpstr>
      <vt:lpstr>REGION ADJACENCY GRAPH</vt:lpstr>
      <vt:lpstr>REGION ADJACENCY GRAPH</vt:lpstr>
      <vt:lpstr>DAMAGE THRESHOLD SCORING</vt:lpstr>
      <vt:lpstr>Damage Similarity</vt:lpstr>
      <vt:lpstr>Damage Similarity</vt:lpstr>
      <vt:lpstr>Damage Similarity</vt:lpstr>
      <vt:lpstr>Visualization and Conclusions</vt:lpstr>
      <vt:lpstr>Damage Visualizer</vt:lpstr>
      <vt:lpstr>Damage Visualizer</vt:lpstr>
      <vt:lpstr>Damage Visualizer</vt:lpstr>
      <vt:lpstr>CONCLUSION</vt:lpstr>
      <vt:lpstr>LIBRARIES AND ALGORITHMS</vt:lpstr>
      <vt:lpstr>LIBRARIES AND ALGORTITHMS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Ashton Samvura</dc:creator>
  <cp:lastModifiedBy>Ashton Samvura</cp:lastModifiedBy>
  <cp:revision>35</cp:revision>
  <dcterms:modified xsi:type="dcterms:W3CDTF">2026-05-08T00:59:13Z</dcterms:modified>
</cp:coreProperties>
</file>